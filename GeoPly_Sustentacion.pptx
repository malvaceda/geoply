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E5CCF-AD44-46FA-82CB-4A795C5CAAE2}" v="7" dt="2026-07-20T22:34:23.0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87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ás Tabares Montoya" userId="96991c7652fc3fbd" providerId="LiveId" clId="{A56C5C60-F38E-4245-87ED-07419F56FCF4}"/>
    <pc:docChg chg="undo redo custSel modSld">
      <pc:chgData name="Tomás Tabares Montoya" userId="96991c7652fc3fbd" providerId="LiveId" clId="{A56C5C60-F38E-4245-87ED-07419F56FCF4}" dt="2026-07-20T22:49:03.895" v="1421" actId="1076"/>
      <pc:docMkLst>
        <pc:docMk/>
      </pc:docMkLst>
      <pc:sldChg chg="addSp delSp modSp mod">
        <pc:chgData name="Tomás Tabares Montoya" userId="96991c7652fc3fbd" providerId="LiveId" clId="{A56C5C60-F38E-4245-87ED-07419F56FCF4}" dt="2026-07-20T21:34:17.596" v="451" actId="14100"/>
        <pc:sldMkLst>
          <pc:docMk/>
          <pc:sldMk cId="0" sldId="256"/>
        </pc:sldMkLst>
        <pc:spChg chg="mod">
          <ac:chgData name="Tomás Tabares Montoya" userId="96991c7652fc3fbd" providerId="LiveId" clId="{A56C5C60-F38E-4245-87ED-07419F56FCF4}" dt="2026-07-20T21:02:40.962" v="168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19:31:54.340" v="120" actId="14100"/>
          <ac:spMkLst>
            <pc:docMk/>
            <pc:sldMk cId="0" sldId="256"/>
            <ac:spMk id="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19:31:51.584" v="119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34:17.596" v="451" actId="14100"/>
          <ac:spMkLst>
            <pc:docMk/>
            <pc:sldMk cId="0" sldId="256"/>
            <ac:spMk id="6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19:19:40.127" v="45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0:09.566" v="183" actId="14100"/>
          <ac:spMkLst>
            <pc:docMk/>
            <pc:sldMk cId="0" sldId="256"/>
            <ac:spMk id="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0:16.837" v="185" actId="404"/>
          <ac:spMkLst>
            <pc:docMk/>
            <pc:sldMk cId="0" sldId="256"/>
            <ac:spMk id="1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7:29.124" v="243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7:29.124" v="243" actId="1076"/>
          <ac:spMkLst>
            <pc:docMk/>
            <pc:sldMk cId="0" sldId="256"/>
            <ac:spMk id="12" creationId="{00000000-0000-0000-0000-000000000000}"/>
          </ac:spMkLst>
        </pc:spChg>
        <pc:spChg chg="del mod">
          <ac:chgData name="Tomás Tabares Montoya" userId="96991c7652fc3fbd" providerId="LiveId" clId="{A56C5C60-F38E-4245-87ED-07419F56FCF4}" dt="2026-07-20T21:27:09.502" v="242" actId="478"/>
          <ac:spMkLst>
            <pc:docMk/>
            <pc:sldMk cId="0" sldId="256"/>
            <ac:spMk id="1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7:29.124" v="243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7:29.124" v="243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7:29.124" v="243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7:29.124" v="243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7:29.124" v="243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7:29.124" v="243" actId="1076"/>
          <ac:spMkLst>
            <pc:docMk/>
            <pc:sldMk cId="0" sldId="256"/>
            <ac:spMk id="1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32:39.825" v="381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9:27.146" v="279" actId="1076"/>
          <ac:spMkLst>
            <pc:docMk/>
            <pc:sldMk cId="0" sldId="256"/>
            <ac:spMk id="2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29:42.966" v="281" actId="107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30:28.481" v="319" actId="1076"/>
          <ac:spMkLst>
            <pc:docMk/>
            <pc:sldMk cId="0" sldId="256"/>
            <ac:spMk id="2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31:39.728" v="346" actId="1076"/>
          <ac:spMkLst>
            <pc:docMk/>
            <pc:sldMk cId="0" sldId="256"/>
            <ac:spMk id="24" creationId="{00000000-0000-0000-0000-000000000000}"/>
          </ac:spMkLst>
        </pc:spChg>
        <pc:spChg chg="del mod">
          <ac:chgData name="Tomás Tabares Montoya" userId="96991c7652fc3fbd" providerId="LiveId" clId="{A56C5C60-F38E-4245-87ED-07419F56FCF4}" dt="2026-07-20T19:32:00.638" v="122" actId="478"/>
          <ac:spMkLst>
            <pc:docMk/>
            <pc:sldMk cId="0" sldId="256"/>
            <ac:spMk id="25" creationId="{00000000-0000-0000-0000-000000000000}"/>
          </ac:spMkLst>
        </pc:spChg>
        <pc:spChg chg="add mod">
          <ac:chgData name="Tomás Tabares Montoya" userId="96991c7652fc3fbd" providerId="LiveId" clId="{A56C5C60-F38E-4245-87ED-07419F56FCF4}" dt="2026-07-20T21:29:32.906" v="280" actId="1076"/>
          <ac:spMkLst>
            <pc:docMk/>
            <pc:sldMk cId="0" sldId="256"/>
            <ac:spMk id="27" creationId="{342E0C21-EB10-BAEF-1DF9-E877B24C45F6}"/>
          </ac:spMkLst>
        </pc:spChg>
        <pc:spChg chg="add mod">
          <ac:chgData name="Tomás Tabares Montoya" userId="96991c7652fc3fbd" providerId="LiveId" clId="{A56C5C60-F38E-4245-87ED-07419F56FCF4}" dt="2026-07-20T21:30:33.194" v="321" actId="1076"/>
          <ac:spMkLst>
            <pc:docMk/>
            <pc:sldMk cId="0" sldId="256"/>
            <ac:spMk id="29" creationId="{A55DD85C-37B1-A680-68E2-8A215F8D8154}"/>
          </ac:spMkLst>
        </pc:spChg>
        <pc:spChg chg="add mod">
          <ac:chgData name="Tomás Tabares Montoya" userId="96991c7652fc3fbd" providerId="LiveId" clId="{A56C5C60-F38E-4245-87ED-07419F56FCF4}" dt="2026-07-20T21:31:24.209" v="345" actId="20577"/>
          <ac:spMkLst>
            <pc:docMk/>
            <pc:sldMk cId="0" sldId="256"/>
            <ac:spMk id="31" creationId="{E027E7D4-B3AF-F171-1B2E-604126827870}"/>
          </ac:spMkLst>
        </pc:spChg>
        <pc:spChg chg="add mod">
          <ac:chgData name="Tomás Tabares Montoya" userId="96991c7652fc3fbd" providerId="LiveId" clId="{A56C5C60-F38E-4245-87ED-07419F56FCF4}" dt="2026-07-20T21:32:02.521" v="380" actId="20577"/>
          <ac:spMkLst>
            <pc:docMk/>
            <pc:sldMk cId="0" sldId="256"/>
            <ac:spMk id="33" creationId="{AF94F9D7-EB61-6028-5A97-58E5F3806C3A}"/>
          </ac:spMkLst>
        </pc:spChg>
        <pc:picChg chg="del">
          <ac:chgData name="Tomás Tabares Montoya" userId="96991c7652fc3fbd" providerId="LiveId" clId="{A56C5C60-F38E-4245-87ED-07419F56FCF4}" dt="2026-07-20T19:19:39.543" v="44" actId="478"/>
          <ac:picMkLst>
            <pc:docMk/>
            <pc:sldMk cId="0" sldId="256"/>
            <ac:picMk id="8" creationId="{00000000-0000-0000-0000-000000000000}"/>
          </ac:picMkLst>
        </pc:picChg>
      </pc:sldChg>
      <pc:sldChg chg="addSp delSp modSp mod">
        <pc:chgData name="Tomás Tabares Montoya" userId="96991c7652fc3fbd" providerId="LiveId" clId="{A56C5C60-F38E-4245-87ED-07419F56FCF4}" dt="2026-07-20T21:57:00.639" v="706" actId="1076"/>
        <pc:sldMkLst>
          <pc:docMk/>
          <pc:sldMk cId="0" sldId="257"/>
        </pc:sldMkLst>
        <pc:spChg chg="mod">
          <ac:chgData name="Tomás Tabares Montoya" userId="96991c7652fc3fbd" providerId="LiveId" clId="{A56C5C60-F38E-4245-87ED-07419F56FCF4}" dt="2026-07-20T21:40:29.325" v="514" actId="141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5:17.577" v="694" actId="255"/>
          <ac:spMkLst>
            <pc:docMk/>
            <pc:sldMk cId="0" sldId="257"/>
            <ac:spMk id="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4:46.746" v="689" actId="14100"/>
          <ac:spMkLst>
            <pc:docMk/>
            <pc:sldMk cId="0" sldId="257"/>
            <ac:spMk id="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5:02.927" v="691" actId="1076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Tomás Tabares Montoya" userId="96991c7652fc3fbd" providerId="LiveId" clId="{A56C5C60-F38E-4245-87ED-07419F56FCF4}" dt="2026-07-20T21:54:02.593" v="671" actId="478"/>
          <ac:spMkLst>
            <pc:docMk/>
            <pc:sldMk cId="0" sldId="257"/>
            <ac:spMk id="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5:09.853" v="693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0:26.245" v="611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0:10.549" v="607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2:07.515" v="620" actId="6549"/>
          <ac:spMkLst>
            <pc:docMk/>
            <pc:sldMk cId="0" sldId="257"/>
            <ac:spMk id="1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4:20.975" v="685" actId="14100"/>
          <ac:spMkLst>
            <pc:docMk/>
            <pc:sldMk cId="0" sldId="257"/>
            <ac:spMk id="1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40:49.815" v="517" actId="14100"/>
          <ac:spMkLst>
            <pc:docMk/>
            <pc:sldMk cId="0" sldId="257"/>
            <ac:spMk id="1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41:34.968" v="527" actId="1076"/>
          <ac:spMkLst>
            <pc:docMk/>
            <pc:sldMk cId="0" sldId="257"/>
            <ac:spMk id="15" creationId="{00000000-0000-0000-0000-000000000000}"/>
          </ac:spMkLst>
        </pc:spChg>
        <pc:spChg chg="del mod">
          <ac:chgData name="Tomás Tabares Montoya" userId="96991c7652fc3fbd" providerId="LiveId" clId="{A56C5C60-F38E-4245-87ED-07419F56FCF4}" dt="2026-07-20T21:42:10.044" v="536" actId="478"/>
          <ac:spMkLst>
            <pc:docMk/>
            <pc:sldMk cId="0" sldId="257"/>
            <ac:spMk id="1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44:12.053" v="572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37:53.896" v="496" actId="14100"/>
          <ac:spMkLst>
            <pc:docMk/>
            <pc:sldMk cId="0" sldId="257"/>
            <ac:spMk id="19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1:34:34.882" v="453" actId="478"/>
          <ac:spMkLst>
            <pc:docMk/>
            <pc:sldMk cId="0" sldId="257"/>
            <ac:spMk id="2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6:39.521" v="704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7:00.639" v="706" actId="1076"/>
          <ac:spMkLst>
            <pc:docMk/>
            <pc:sldMk cId="0" sldId="257"/>
            <ac:spMk id="2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36:12.146" v="466" actId="1076"/>
          <ac:spMkLst>
            <pc:docMk/>
            <pc:sldMk cId="0" sldId="257"/>
            <ac:spMk id="2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36:27.144" v="469" actId="1076"/>
          <ac:spMkLst>
            <pc:docMk/>
            <pc:sldMk cId="0" sldId="257"/>
            <ac:spMk id="2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37:03.996" v="495" actId="1076"/>
          <ac:spMkLst>
            <pc:docMk/>
            <pc:sldMk cId="0" sldId="257"/>
            <ac:spMk id="30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1:38:02.255" v="497" actId="478"/>
          <ac:spMkLst>
            <pc:docMk/>
            <pc:sldMk cId="0" sldId="257"/>
            <ac:spMk id="31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1:38:04.546" v="498" actId="478"/>
          <ac:spMkLst>
            <pc:docMk/>
            <pc:sldMk cId="0" sldId="257"/>
            <ac:spMk id="32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1:38:06.672" v="499" actId="478"/>
          <ac:spMkLst>
            <pc:docMk/>
            <pc:sldMk cId="0" sldId="257"/>
            <ac:spMk id="33" creationId="{00000000-0000-0000-0000-000000000000}"/>
          </ac:spMkLst>
        </pc:spChg>
        <pc:spChg chg="add mod ord">
          <ac:chgData name="Tomás Tabares Montoya" userId="96991c7652fc3fbd" providerId="LiveId" clId="{A56C5C60-F38E-4245-87ED-07419F56FCF4}" dt="2026-07-20T21:38:21.520" v="502" actId="167"/>
          <ac:spMkLst>
            <pc:docMk/>
            <pc:sldMk cId="0" sldId="257"/>
            <ac:spMk id="35" creationId="{BB9D40D8-7434-0CA4-74E5-FB576C9A3213}"/>
          </ac:spMkLst>
        </pc:spChg>
        <pc:spChg chg="add mod ord">
          <ac:chgData name="Tomás Tabares Montoya" userId="96991c7652fc3fbd" providerId="LiveId" clId="{A56C5C60-F38E-4245-87ED-07419F56FCF4}" dt="2026-07-20T21:38:40.156" v="505" actId="167"/>
          <ac:spMkLst>
            <pc:docMk/>
            <pc:sldMk cId="0" sldId="257"/>
            <ac:spMk id="37" creationId="{1EBC2813-F7DB-948F-C7BE-EBEAE5621C5C}"/>
          </ac:spMkLst>
        </pc:spChg>
        <pc:spChg chg="add mod">
          <ac:chgData name="Tomás Tabares Montoya" userId="96991c7652fc3fbd" providerId="LiveId" clId="{A56C5C60-F38E-4245-87ED-07419F56FCF4}" dt="2026-07-20T21:43:37.927" v="567" actId="2711"/>
          <ac:spMkLst>
            <pc:docMk/>
            <pc:sldMk cId="0" sldId="257"/>
            <ac:spMk id="39" creationId="{5EE07E7A-6D68-CF23-4512-2C095DBBDFF6}"/>
          </ac:spMkLst>
        </pc:spChg>
        <pc:picChg chg="mod">
          <ac:chgData name="Tomás Tabares Montoya" userId="96991c7652fc3fbd" providerId="LiveId" clId="{A56C5C60-F38E-4245-87ED-07419F56FCF4}" dt="2026-07-20T21:55:05.803" v="692" actId="1076"/>
          <ac:picMkLst>
            <pc:docMk/>
            <pc:sldMk cId="0" sldId="257"/>
            <ac:picMk id="6" creationId="{00000000-0000-0000-0000-000000000000}"/>
          </ac:picMkLst>
        </pc:picChg>
        <pc:picChg chg="del mod">
          <ac:chgData name="Tomás Tabares Montoya" userId="96991c7652fc3fbd" providerId="LiveId" clId="{A56C5C60-F38E-4245-87ED-07419F56FCF4}" dt="2026-07-20T21:44:42.671" v="578" actId="478"/>
          <ac:picMkLst>
            <pc:docMk/>
            <pc:sldMk cId="0" sldId="257"/>
            <ac:picMk id="11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1:41:38.445" v="528" actId="1076"/>
          <ac:picMkLst>
            <pc:docMk/>
            <pc:sldMk cId="0" sldId="257"/>
            <ac:picMk id="16" creationId="{00000000-0000-0000-0000-000000000000}"/>
          </ac:picMkLst>
        </pc:picChg>
        <pc:picChg chg="del">
          <ac:chgData name="Tomás Tabares Montoya" userId="96991c7652fc3fbd" providerId="LiveId" clId="{A56C5C60-F38E-4245-87ED-07419F56FCF4}" dt="2026-07-20T21:34:33.609" v="452" actId="478"/>
          <ac:picMkLst>
            <pc:docMk/>
            <pc:sldMk cId="0" sldId="257"/>
            <ac:picMk id="21" creationId="{00000000-0000-0000-0000-000000000000}"/>
          </ac:picMkLst>
        </pc:picChg>
        <pc:picChg chg="add del mod">
          <ac:chgData name="Tomás Tabares Montoya" userId="96991c7652fc3fbd" providerId="LiveId" clId="{A56C5C60-F38E-4245-87ED-07419F56FCF4}" dt="2026-07-20T21:47:59.113" v="592" actId="478"/>
          <ac:picMkLst>
            <pc:docMk/>
            <pc:sldMk cId="0" sldId="257"/>
            <ac:picMk id="41" creationId="{DA616EF5-2C14-FF61-5F1A-448727393316}"/>
          </ac:picMkLst>
        </pc:picChg>
        <pc:picChg chg="add mod">
          <ac:chgData name="Tomás Tabares Montoya" userId="96991c7652fc3fbd" providerId="LiveId" clId="{A56C5C60-F38E-4245-87ED-07419F56FCF4}" dt="2026-07-20T21:50:00.533" v="606" actId="1076"/>
          <ac:picMkLst>
            <pc:docMk/>
            <pc:sldMk cId="0" sldId="257"/>
            <ac:picMk id="43" creationId="{BD94B382-6C3F-D4F4-464D-8D57CB594F1B}"/>
          </ac:picMkLst>
        </pc:picChg>
        <pc:picChg chg="add mod">
          <ac:chgData name="Tomás Tabares Montoya" userId="96991c7652fc3fbd" providerId="LiveId" clId="{A56C5C60-F38E-4245-87ED-07419F56FCF4}" dt="2026-07-20T21:56:44.913" v="705" actId="14100"/>
          <ac:picMkLst>
            <pc:docMk/>
            <pc:sldMk cId="0" sldId="257"/>
            <ac:picMk id="45" creationId="{5A1C1EB9-282F-6A6E-58AB-F83C54582604}"/>
          </ac:picMkLst>
        </pc:picChg>
      </pc:sldChg>
      <pc:sldChg chg="addSp delSp modSp mod">
        <pc:chgData name="Tomás Tabares Montoya" userId="96991c7652fc3fbd" providerId="LiveId" clId="{A56C5C60-F38E-4245-87ED-07419F56FCF4}" dt="2026-07-20T22:11:34.178" v="876" actId="1076"/>
        <pc:sldMkLst>
          <pc:docMk/>
          <pc:sldMk cId="0" sldId="258"/>
        </pc:sldMkLst>
        <pc:spChg chg="mod">
          <ac:chgData name="Tomás Tabares Montoya" userId="96991c7652fc3fbd" providerId="LiveId" clId="{A56C5C60-F38E-4245-87ED-07419F56FCF4}" dt="2026-07-20T22:11:34.178" v="876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1:31.574" v="875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7:01.684" v="823" actId="207"/>
          <ac:spMkLst>
            <pc:docMk/>
            <pc:sldMk cId="0" sldId="258"/>
            <ac:spMk id="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6:52.108" v="821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6:48.737" v="820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7:31.116" v="827" actId="1076"/>
          <ac:spMkLst>
            <pc:docMk/>
            <pc:sldMk cId="0" sldId="258"/>
            <ac:spMk id="9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08:18.905" v="838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8:15.079" v="836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7:59.705" v="833" actId="1076"/>
          <ac:spMkLst>
            <pc:docMk/>
            <pc:sldMk cId="0" sldId="258"/>
            <ac:spMk id="13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10:13.010" v="865" actId="478"/>
          <ac:spMkLst>
            <pc:docMk/>
            <pc:sldMk cId="0" sldId="258"/>
            <ac:spMk id="1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0:03.092" v="859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9:47.070" v="857" actId="107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9:12.070" v="853" actId="2711"/>
          <ac:spMkLst>
            <pc:docMk/>
            <pc:sldMk cId="0" sldId="258"/>
            <ac:spMk id="1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1:20.691" v="759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0:42.932" v="746" actId="207"/>
          <ac:spMkLst>
            <pc:docMk/>
            <pc:sldMk cId="0" sldId="258"/>
            <ac:spMk id="2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1:00.085" v="754" actId="1076"/>
          <ac:spMkLst>
            <pc:docMk/>
            <pc:sldMk cId="0" sldId="258"/>
            <ac:spMk id="2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0:14.465" v="739" actId="1076"/>
          <ac:spMkLst>
            <pc:docMk/>
            <pc:sldMk cId="0" sldId="258"/>
            <ac:spMk id="23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19:25:11.063" v="104" actId="478"/>
          <ac:spMkLst>
            <pc:docMk/>
            <pc:sldMk cId="0" sldId="258"/>
            <ac:spMk id="2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8:44.001" v="723" actId="1076"/>
          <ac:spMkLst>
            <pc:docMk/>
            <pc:sldMk cId="0" sldId="258"/>
            <ac:spMk id="2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3:30.951" v="778" actId="14100"/>
          <ac:spMkLst>
            <pc:docMk/>
            <pc:sldMk cId="0" sldId="258"/>
            <ac:spMk id="26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01:12.402" v="756" actId="478"/>
          <ac:spMkLst>
            <pc:docMk/>
            <pc:sldMk cId="0" sldId="258"/>
            <ac:spMk id="27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01:17.635" v="757" actId="478"/>
          <ac:spMkLst>
            <pc:docMk/>
            <pc:sldMk cId="0" sldId="258"/>
            <ac:spMk id="2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3:22.123" v="777" actId="1076"/>
          <ac:spMkLst>
            <pc:docMk/>
            <pc:sldMk cId="0" sldId="258"/>
            <ac:spMk id="29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19:25:13.983" v="105" actId="478"/>
          <ac:spMkLst>
            <pc:docMk/>
            <pc:sldMk cId="0" sldId="258"/>
            <ac:spMk id="3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3:49.759" v="780" actId="1076"/>
          <ac:spMkLst>
            <pc:docMk/>
            <pc:sldMk cId="0" sldId="258"/>
            <ac:spMk id="3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3:54.715" v="781" actId="14100"/>
          <ac:spMkLst>
            <pc:docMk/>
            <pc:sldMk cId="0" sldId="258"/>
            <ac:spMk id="32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03:59.603" v="783" actId="478"/>
          <ac:spMkLst>
            <pc:docMk/>
            <pc:sldMk cId="0" sldId="258"/>
            <ac:spMk id="3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3:57.228" v="782" actId="6549"/>
          <ac:spMkLst>
            <pc:docMk/>
            <pc:sldMk cId="0" sldId="258"/>
            <ac:spMk id="3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05:15.962" v="801" actId="1076"/>
          <ac:spMkLst>
            <pc:docMk/>
            <pc:sldMk cId="0" sldId="258"/>
            <ac:spMk id="35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19:25:15.749" v="106" actId="478"/>
          <ac:spMkLst>
            <pc:docMk/>
            <pc:sldMk cId="0" sldId="258"/>
            <ac:spMk id="3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1:58:24.437" v="720" actId="6549"/>
          <ac:spMkLst>
            <pc:docMk/>
            <pc:sldMk cId="0" sldId="258"/>
            <ac:spMk id="38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1:57:55.027" v="712" actId="478"/>
          <ac:spMkLst>
            <pc:docMk/>
            <pc:sldMk cId="0" sldId="258"/>
            <ac:spMk id="39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1:57:56.716" v="713" actId="478"/>
          <ac:spMkLst>
            <pc:docMk/>
            <pc:sldMk cId="0" sldId="258"/>
            <ac:spMk id="40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1:57:58.138" v="714" actId="478"/>
          <ac:spMkLst>
            <pc:docMk/>
            <pc:sldMk cId="0" sldId="258"/>
            <ac:spMk id="41" creationId="{00000000-0000-0000-0000-000000000000}"/>
          </ac:spMkLst>
        </pc:spChg>
        <pc:spChg chg="add ord">
          <ac:chgData name="Tomás Tabares Montoya" userId="96991c7652fc3fbd" providerId="LiveId" clId="{A56C5C60-F38E-4245-87ED-07419F56FCF4}" dt="2026-07-20T21:57:40.248" v="708" actId="167"/>
          <ac:spMkLst>
            <pc:docMk/>
            <pc:sldMk cId="0" sldId="258"/>
            <ac:spMk id="43" creationId="{B7DD60A3-4639-8251-C902-30B86950949D}"/>
          </ac:spMkLst>
        </pc:spChg>
        <pc:spChg chg="add ord">
          <ac:chgData name="Tomás Tabares Montoya" userId="96991c7652fc3fbd" providerId="LiveId" clId="{A56C5C60-F38E-4245-87ED-07419F56FCF4}" dt="2026-07-20T21:57:51.321" v="711" actId="167"/>
          <ac:spMkLst>
            <pc:docMk/>
            <pc:sldMk cId="0" sldId="258"/>
            <ac:spMk id="45" creationId="{970FE10A-2437-BE1D-C219-CD1034C3E3C0}"/>
          </ac:spMkLst>
        </pc:spChg>
        <pc:spChg chg="add mod">
          <ac:chgData name="Tomás Tabares Montoya" userId="96991c7652fc3fbd" providerId="LiveId" clId="{A56C5C60-F38E-4245-87ED-07419F56FCF4}" dt="2026-07-20T22:02:46.468" v="774" actId="1076"/>
          <ac:spMkLst>
            <pc:docMk/>
            <pc:sldMk cId="0" sldId="258"/>
            <ac:spMk id="47" creationId="{9F3A7E6B-BBA5-768C-0B4D-4AB6260759CD}"/>
          </ac:spMkLst>
        </pc:spChg>
        <pc:spChg chg="add mod">
          <ac:chgData name="Tomás Tabares Montoya" userId="96991c7652fc3fbd" providerId="LiveId" clId="{A56C5C60-F38E-4245-87ED-07419F56FCF4}" dt="2026-07-20T22:02:52.906" v="775" actId="1076"/>
          <ac:spMkLst>
            <pc:docMk/>
            <pc:sldMk cId="0" sldId="258"/>
            <ac:spMk id="49" creationId="{BEABF5C8-C561-1A22-353C-DD5E2DA9E228}"/>
          </ac:spMkLst>
        </pc:spChg>
        <pc:spChg chg="add mod">
          <ac:chgData name="Tomás Tabares Montoya" userId="96991c7652fc3fbd" providerId="LiveId" clId="{A56C5C60-F38E-4245-87ED-07419F56FCF4}" dt="2026-07-20T22:04:10.168" v="786" actId="1076"/>
          <ac:spMkLst>
            <pc:docMk/>
            <pc:sldMk cId="0" sldId="258"/>
            <ac:spMk id="51" creationId="{2F3E8A06-6B93-1237-2313-7079EDBCBB1A}"/>
          </ac:spMkLst>
        </pc:spChg>
        <pc:spChg chg="add mod">
          <ac:chgData name="Tomás Tabares Montoya" userId="96991c7652fc3fbd" providerId="LiveId" clId="{A56C5C60-F38E-4245-87ED-07419F56FCF4}" dt="2026-07-20T22:04:22.019" v="790" actId="20577"/>
          <ac:spMkLst>
            <pc:docMk/>
            <pc:sldMk cId="0" sldId="258"/>
            <ac:spMk id="53" creationId="{60784F80-792D-D6DD-A660-1BB5CB654744}"/>
          </ac:spMkLst>
        </pc:spChg>
        <pc:spChg chg="add mod ord">
          <ac:chgData name="Tomás Tabares Montoya" userId="96991c7652fc3fbd" providerId="LiveId" clId="{A56C5C60-F38E-4245-87ED-07419F56FCF4}" dt="2026-07-20T22:08:48.233" v="845" actId="167"/>
          <ac:spMkLst>
            <pc:docMk/>
            <pc:sldMk cId="0" sldId="258"/>
            <ac:spMk id="55" creationId="{FAD0BDA2-7478-1E47-CA7A-5F795E925BFC}"/>
          </ac:spMkLst>
        </pc:spChg>
        <pc:spChg chg="add mod">
          <ac:chgData name="Tomás Tabares Montoya" userId="96991c7652fc3fbd" providerId="LiveId" clId="{A56C5C60-F38E-4245-87ED-07419F56FCF4}" dt="2026-07-20T22:10:18.241" v="866" actId="1076"/>
          <ac:spMkLst>
            <pc:docMk/>
            <pc:sldMk cId="0" sldId="258"/>
            <ac:spMk id="61" creationId="{09746BED-D439-4C49-5A57-5CD4ECEA60B4}"/>
          </ac:spMkLst>
        </pc:spChg>
        <pc:picChg chg="mod">
          <ac:chgData name="Tomás Tabares Montoya" userId="96991c7652fc3fbd" providerId="LiveId" clId="{A56C5C60-F38E-4245-87ED-07419F56FCF4}" dt="2026-07-20T22:07:14.455" v="825" actId="1076"/>
          <ac:picMkLst>
            <pc:docMk/>
            <pc:sldMk cId="0" sldId="258"/>
            <ac:picMk id="6" creationId="{00000000-0000-0000-0000-000000000000}"/>
          </ac:picMkLst>
        </pc:picChg>
        <pc:picChg chg="del mod">
          <ac:chgData name="Tomás Tabares Montoya" userId="96991c7652fc3fbd" providerId="LiveId" clId="{A56C5C60-F38E-4245-87ED-07419F56FCF4}" dt="2026-07-20T22:08:52.650" v="848" actId="478"/>
          <ac:picMkLst>
            <pc:docMk/>
            <pc:sldMk cId="0" sldId="258"/>
            <ac:picMk id="11" creationId="{00000000-0000-0000-0000-000000000000}"/>
          </ac:picMkLst>
        </pc:picChg>
        <pc:picChg chg="del mod">
          <ac:chgData name="Tomás Tabares Montoya" userId="96991c7652fc3fbd" providerId="LiveId" clId="{A56C5C60-F38E-4245-87ED-07419F56FCF4}" dt="2026-07-20T22:10:21.921" v="869" actId="478"/>
          <ac:picMkLst>
            <pc:docMk/>
            <pc:sldMk cId="0" sldId="258"/>
            <ac:picMk id="16" creationId="{00000000-0000-0000-0000-000000000000}"/>
          </ac:picMkLst>
        </pc:picChg>
        <pc:picChg chg="add mod">
          <ac:chgData name="Tomás Tabares Montoya" userId="96991c7652fc3fbd" providerId="LiveId" clId="{A56C5C60-F38E-4245-87ED-07419F56FCF4}" dt="2026-07-20T22:09:01.944" v="852" actId="14100"/>
          <ac:picMkLst>
            <pc:docMk/>
            <pc:sldMk cId="0" sldId="258"/>
            <ac:picMk id="57" creationId="{01DE2D2C-0EBD-3A58-06AA-C71997DA0E54}"/>
          </ac:picMkLst>
        </pc:picChg>
        <pc:picChg chg="add del">
          <ac:chgData name="Tomás Tabares Montoya" userId="96991c7652fc3fbd" providerId="LiveId" clId="{A56C5C60-F38E-4245-87ED-07419F56FCF4}" dt="2026-07-20T22:10:08.639" v="862" actId="22"/>
          <ac:picMkLst>
            <pc:docMk/>
            <pc:sldMk cId="0" sldId="258"/>
            <ac:picMk id="59" creationId="{9E0EE5AA-6D0F-FE03-188F-84086C6BE229}"/>
          </ac:picMkLst>
        </pc:picChg>
        <pc:picChg chg="add mod">
          <ac:chgData name="Tomás Tabares Montoya" userId="96991c7652fc3fbd" providerId="LiveId" clId="{A56C5C60-F38E-4245-87ED-07419F56FCF4}" dt="2026-07-20T22:10:30.575" v="872" actId="1076"/>
          <ac:picMkLst>
            <pc:docMk/>
            <pc:sldMk cId="0" sldId="258"/>
            <ac:picMk id="63" creationId="{A64068FC-A03C-FEE2-E93E-EE1BA48B3B22}"/>
          </ac:picMkLst>
        </pc:picChg>
      </pc:sldChg>
      <pc:sldChg chg="addSp delSp modSp mod">
        <pc:chgData name="Tomás Tabares Montoya" userId="96991c7652fc3fbd" providerId="LiveId" clId="{A56C5C60-F38E-4245-87ED-07419F56FCF4}" dt="2026-07-20T22:25:33.648" v="1070" actId="1076"/>
        <pc:sldMkLst>
          <pc:docMk/>
          <pc:sldMk cId="0" sldId="259"/>
        </pc:sldMkLst>
        <pc:spChg chg="mod">
          <ac:chgData name="Tomás Tabares Montoya" userId="96991c7652fc3fbd" providerId="LiveId" clId="{A56C5C60-F38E-4245-87ED-07419F56FCF4}" dt="2026-07-20T22:15:00.763" v="950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4:58.041" v="949" actId="1076"/>
          <ac:spMkLst>
            <pc:docMk/>
            <pc:sldMk cId="0" sldId="259"/>
            <ac:spMk id="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4:37.372" v="946" actId="207"/>
          <ac:spMkLst>
            <pc:docMk/>
            <pc:sldMk cId="0" sldId="259"/>
            <ac:spMk id="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4:30.022" v="945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4:13.643" v="938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3:33.591" v="931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5:09.351" v="951" actId="207"/>
          <ac:spMkLst>
            <pc:docMk/>
            <pc:sldMk cId="0" sldId="259"/>
            <ac:spMk id="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6:11.472" v="961" actId="107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5:40.953" v="956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3:33.591" v="931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7:13.933" v="968" actId="20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8:03.493" v="979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8:24.043" v="983" actId="14100"/>
          <ac:spMkLst>
            <pc:docMk/>
            <pc:sldMk cId="0" sldId="259"/>
            <ac:spMk id="1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3:33.591" v="931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7:30.272" v="973" actId="207"/>
          <ac:spMkLst>
            <pc:docMk/>
            <pc:sldMk cId="0" sldId="259"/>
            <ac:spMk id="1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9:00.713" v="989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18:44.013" v="986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5:28.899" v="1069" actId="1076"/>
          <ac:spMkLst>
            <pc:docMk/>
            <pc:sldMk cId="0" sldId="259"/>
            <ac:spMk id="2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1:32.548" v="1014" actId="14100"/>
          <ac:spMkLst>
            <pc:docMk/>
            <pc:sldMk cId="0" sldId="259"/>
            <ac:spMk id="2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1:12.804" v="1008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1:40.522" v="1016" actId="20577"/>
          <ac:spMkLst>
            <pc:docMk/>
            <pc:sldMk cId="0" sldId="259"/>
            <ac:spMk id="27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13:37.381" v="932" actId="478"/>
          <ac:spMkLst>
            <pc:docMk/>
            <pc:sldMk cId="0" sldId="259"/>
            <ac:spMk id="28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13:41.706" v="933" actId="478"/>
          <ac:spMkLst>
            <pc:docMk/>
            <pc:sldMk cId="0" sldId="259"/>
            <ac:spMk id="29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13:44.781" v="934" actId="478"/>
          <ac:spMkLst>
            <pc:docMk/>
            <pc:sldMk cId="0" sldId="259"/>
            <ac:spMk id="30" creationId="{00000000-0000-0000-0000-000000000000}"/>
          </ac:spMkLst>
        </pc:spChg>
        <pc:spChg chg="add ord">
          <ac:chgData name="Tomás Tabares Montoya" userId="96991c7652fc3fbd" providerId="LiveId" clId="{A56C5C60-F38E-4245-87ED-07419F56FCF4}" dt="2026-07-20T22:11:54.382" v="877" actId="167"/>
          <ac:spMkLst>
            <pc:docMk/>
            <pc:sldMk cId="0" sldId="259"/>
            <ac:spMk id="32" creationId="{1558885A-CB24-F342-FDDD-EB09E36E4A82}"/>
          </ac:spMkLst>
        </pc:spChg>
        <pc:spChg chg="add ord">
          <ac:chgData name="Tomás Tabares Montoya" userId="96991c7652fc3fbd" providerId="LiveId" clId="{A56C5C60-F38E-4245-87ED-07419F56FCF4}" dt="2026-07-20T22:12:03.601" v="879" actId="167"/>
          <ac:spMkLst>
            <pc:docMk/>
            <pc:sldMk cId="0" sldId="259"/>
            <ac:spMk id="34" creationId="{ED10834B-A706-1A33-03BC-22E51624163C}"/>
          </ac:spMkLst>
        </pc:spChg>
        <pc:picChg chg="mod">
          <ac:chgData name="Tomás Tabares Montoya" userId="96991c7652fc3fbd" providerId="LiveId" clId="{A56C5C60-F38E-4245-87ED-07419F56FCF4}" dt="2026-07-20T22:14:50.901" v="948" actId="1076"/>
          <ac:picMkLst>
            <pc:docMk/>
            <pc:sldMk cId="0" sldId="259"/>
            <ac:picMk id="5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2:15:20.128" v="953" actId="1076"/>
          <ac:picMkLst>
            <pc:docMk/>
            <pc:sldMk cId="0" sldId="259"/>
            <ac:picMk id="10" creationId="{00000000-0000-0000-0000-000000000000}"/>
          </ac:picMkLst>
        </pc:picChg>
        <pc:picChg chg="del mod">
          <ac:chgData name="Tomás Tabares Montoya" userId="96991c7652fc3fbd" providerId="LiveId" clId="{A56C5C60-F38E-4245-87ED-07419F56FCF4}" dt="2026-07-20T22:16:21.423" v="962" actId="478"/>
          <ac:picMkLst>
            <pc:docMk/>
            <pc:sldMk cId="0" sldId="259"/>
            <ac:picMk id="15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2:17:37.211" v="976" actId="14100"/>
          <ac:picMkLst>
            <pc:docMk/>
            <pc:sldMk cId="0" sldId="259"/>
            <ac:picMk id="20" creationId="{00000000-0000-0000-0000-000000000000}"/>
          </ac:picMkLst>
        </pc:picChg>
        <pc:picChg chg="mod modCrop">
          <ac:chgData name="Tomás Tabares Montoya" userId="96991c7652fc3fbd" providerId="LiveId" clId="{A56C5C60-F38E-4245-87ED-07419F56FCF4}" dt="2026-07-20T22:25:33.648" v="1070" actId="1076"/>
          <ac:picMkLst>
            <pc:docMk/>
            <pc:sldMk cId="0" sldId="259"/>
            <ac:picMk id="23" creationId="{00000000-0000-0000-0000-000000000000}"/>
          </ac:picMkLst>
        </pc:picChg>
        <pc:picChg chg="add mod">
          <ac:chgData name="Tomás Tabares Montoya" userId="96991c7652fc3fbd" providerId="LiveId" clId="{A56C5C60-F38E-4245-87ED-07419F56FCF4}" dt="2026-07-20T22:17:22.124" v="971" actId="1076"/>
          <ac:picMkLst>
            <pc:docMk/>
            <pc:sldMk cId="0" sldId="259"/>
            <ac:picMk id="36" creationId="{97E33AED-EBD3-3E4A-D3BA-400CCE3AA0B5}"/>
          </ac:picMkLst>
        </pc:picChg>
      </pc:sldChg>
      <pc:sldChg chg="delSp modSp mod">
        <pc:chgData name="Tomás Tabares Montoya" userId="96991c7652fc3fbd" providerId="LiveId" clId="{A56C5C60-F38E-4245-87ED-07419F56FCF4}" dt="2026-07-20T22:24:58.795" v="1068" actId="14100"/>
        <pc:sldMkLst>
          <pc:docMk/>
          <pc:sldMk cId="0" sldId="260"/>
        </pc:sldMkLst>
        <pc:spChg chg="mod">
          <ac:chgData name="Tomás Tabares Montoya" userId="96991c7652fc3fbd" providerId="LiveId" clId="{A56C5C60-F38E-4245-87ED-07419F56FCF4}" dt="2026-07-20T22:22:31.358" v="1040" actId="1076"/>
          <ac:spMkLst>
            <pc:docMk/>
            <pc:sldMk cId="0" sldId="260"/>
            <ac:spMk id="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2:28.212" v="1039" actId="1076"/>
          <ac:spMkLst>
            <pc:docMk/>
            <pc:sldMk cId="0" sldId="260"/>
            <ac:spMk id="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3:39.262" v="1053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3:27.702" v="1051" actId="1076"/>
          <ac:spMkLst>
            <pc:docMk/>
            <pc:sldMk cId="0" sldId="260"/>
            <ac:spMk id="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4:58.795" v="1068" actId="14100"/>
          <ac:spMkLst>
            <pc:docMk/>
            <pc:sldMk cId="0" sldId="260"/>
            <ac:spMk id="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4:47.590" v="1066" actId="1076"/>
          <ac:spMkLst>
            <pc:docMk/>
            <pc:sldMk cId="0" sldId="260"/>
            <ac:spMk id="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4:16.753" v="1060" actId="1410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4:08.447" v="1057" actId="1076"/>
          <ac:spMkLst>
            <pc:docMk/>
            <pc:sldMk cId="0" sldId="260"/>
            <ac:spMk id="12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19:27:42.200" v="109" actId="478"/>
          <ac:spMkLst>
            <pc:docMk/>
            <pc:sldMk cId="0" sldId="260"/>
            <ac:spMk id="13" creationId="{00000000-0000-0000-0000-000000000000}"/>
          </ac:spMkLst>
        </pc:spChg>
        <pc:spChg chg="del mod">
          <ac:chgData name="Tomás Tabares Montoya" userId="96991c7652fc3fbd" providerId="LiveId" clId="{A56C5C60-F38E-4245-87ED-07419F56FCF4}" dt="2026-07-20T19:27:44.472" v="111" actId="478"/>
          <ac:spMkLst>
            <pc:docMk/>
            <pc:sldMk cId="0" sldId="260"/>
            <ac:spMk id="14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23:03.595" v="1046" actId="478"/>
          <ac:spMkLst>
            <pc:docMk/>
            <pc:sldMk cId="0" sldId="260"/>
            <ac:spMk id="15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23:06.936" v="1047" actId="478"/>
          <ac:spMkLst>
            <pc:docMk/>
            <pc:sldMk cId="0" sldId="260"/>
            <ac:spMk id="16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23:08.795" v="1048" actId="478"/>
          <ac:spMkLst>
            <pc:docMk/>
            <pc:sldMk cId="0" sldId="260"/>
            <ac:spMk id="17" creationId="{00000000-0000-0000-0000-000000000000}"/>
          </ac:spMkLst>
        </pc:spChg>
        <pc:picChg chg="mod">
          <ac:chgData name="Tomás Tabares Montoya" userId="96991c7652fc3fbd" providerId="LiveId" clId="{A56C5C60-F38E-4245-87ED-07419F56FCF4}" dt="2026-07-20T22:23:31.920" v="1052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2:24:27.813" v="1063" actId="1076"/>
          <ac:picMkLst>
            <pc:docMk/>
            <pc:sldMk cId="0" sldId="260"/>
            <ac:picMk id="11" creationId="{00000000-0000-0000-0000-000000000000}"/>
          </ac:picMkLst>
        </pc:picChg>
      </pc:sldChg>
      <pc:sldChg chg="addSp delSp modSp mod">
        <pc:chgData name="Tomás Tabares Montoya" userId="96991c7652fc3fbd" providerId="LiveId" clId="{A56C5C60-F38E-4245-87ED-07419F56FCF4}" dt="2026-07-20T22:39:12.726" v="1238" actId="167"/>
        <pc:sldMkLst>
          <pc:docMk/>
          <pc:sldMk cId="0" sldId="261"/>
        </pc:sldMkLst>
        <pc:spChg chg="mod">
          <ac:chgData name="Tomás Tabares Montoya" userId="96991c7652fc3fbd" providerId="LiveId" clId="{A56C5C60-F38E-4245-87ED-07419F56FCF4}" dt="2026-07-20T22:26:41.438" v="1100" actId="14100"/>
          <ac:spMkLst>
            <pc:docMk/>
            <pc:sldMk cId="0" sldId="261"/>
            <ac:spMk id="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6:44.592" v="1101" actId="14100"/>
          <ac:spMkLst>
            <pc:docMk/>
            <pc:sldMk cId="0" sldId="261"/>
            <ac:spMk id="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8:31.757" v="1116" actId="207"/>
          <ac:spMkLst>
            <pc:docMk/>
            <pc:sldMk cId="0" sldId="261"/>
            <ac:spMk id="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9:32.702" v="1132" actId="1076"/>
          <ac:spMkLst>
            <pc:docMk/>
            <pc:sldMk cId="0" sldId="261"/>
            <ac:spMk id="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7:38.488" v="1110" actId="1076"/>
          <ac:spMkLst>
            <pc:docMk/>
            <pc:sldMk cId="0" sldId="261"/>
            <ac:spMk id="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9:35.996" v="1134" actId="1076"/>
          <ac:spMkLst>
            <pc:docMk/>
            <pc:sldMk cId="0" sldId="261"/>
            <ac:spMk id="9" creationId="{00000000-0000-0000-0000-000000000000}"/>
          </ac:spMkLst>
        </pc:spChg>
        <pc:spChg chg="del mod">
          <ac:chgData name="Tomás Tabares Montoya" userId="96991c7652fc3fbd" providerId="LiveId" clId="{A56C5C60-F38E-4245-87ED-07419F56FCF4}" dt="2026-07-20T22:29:58.708" v="1141" actId="478"/>
          <ac:spMkLst>
            <pc:docMk/>
            <pc:sldMk cId="0" sldId="261"/>
            <ac:spMk id="1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9:51.068" v="1138" actId="1076"/>
          <ac:spMkLst>
            <pc:docMk/>
            <pc:sldMk cId="0" sldId="261"/>
            <ac:spMk id="1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29:10.484" v="1130" actId="122"/>
          <ac:spMkLst>
            <pc:docMk/>
            <pc:sldMk cId="0" sldId="261"/>
            <ac:spMk id="13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32:09.228" v="1165" actId="478"/>
          <ac:spMkLst>
            <pc:docMk/>
            <pc:sldMk cId="0" sldId="261"/>
            <ac:spMk id="1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2:05.163" v="1163" actId="1076"/>
          <ac:spMkLst>
            <pc:docMk/>
            <pc:sldMk cId="0" sldId="261"/>
            <ac:spMk id="1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1:29.649" v="1158" actId="2711"/>
          <ac:spMkLst>
            <pc:docMk/>
            <pc:sldMk cId="0" sldId="261"/>
            <ac:spMk id="18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34:29.493" v="1189" actId="478"/>
          <ac:spMkLst>
            <pc:docMk/>
            <pc:sldMk cId="0" sldId="261"/>
            <ac:spMk id="2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4:14.584" v="1184" actId="1076"/>
          <ac:spMkLst>
            <pc:docMk/>
            <pc:sldMk cId="0" sldId="261"/>
            <ac:spMk id="2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4:05.475" v="1183" actId="122"/>
          <ac:spMkLst>
            <pc:docMk/>
            <pc:sldMk cId="0" sldId="261"/>
            <ac:spMk id="2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7:17.474" v="1211" actId="14100"/>
          <ac:spMkLst>
            <pc:docMk/>
            <pc:sldMk cId="0" sldId="261"/>
            <ac:spMk id="2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6:59.596" v="1207" actId="1076"/>
          <ac:spMkLst>
            <pc:docMk/>
            <pc:sldMk cId="0" sldId="261"/>
            <ac:spMk id="2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8:37.684" v="1234" actId="1076"/>
          <ac:spMkLst>
            <pc:docMk/>
            <pc:sldMk cId="0" sldId="261"/>
            <ac:spMk id="2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8:21.372" v="1231" actId="1076"/>
          <ac:spMkLst>
            <pc:docMk/>
            <pc:sldMk cId="0" sldId="261"/>
            <ac:spMk id="2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8:33.645" v="1233" actId="1076"/>
          <ac:spMkLst>
            <pc:docMk/>
            <pc:sldMk cId="0" sldId="261"/>
            <ac:spMk id="2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8:18.975" v="1230" actId="1076"/>
          <ac:spMkLst>
            <pc:docMk/>
            <pc:sldMk cId="0" sldId="261"/>
            <ac:spMk id="2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8:26.982" v="1232" actId="1076"/>
          <ac:spMkLst>
            <pc:docMk/>
            <pc:sldMk cId="0" sldId="261"/>
            <ac:spMk id="3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38:16.476" v="1229" actId="1076"/>
          <ac:spMkLst>
            <pc:docMk/>
            <pc:sldMk cId="0" sldId="261"/>
            <ac:spMk id="31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37:10.827" v="1208" actId="478"/>
          <ac:spMkLst>
            <pc:docMk/>
            <pc:sldMk cId="0" sldId="261"/>
            <ac:spMk id="32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37:12.442" v="1209" actId="478"/>
          <ac:spMkLst>
            <pc:docMk/>
            <pc:sldMk cId="0" sldId="261"/>
            <ac:spMk id="33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37:14.324" v="1210" actId="478"/>
          <ac:spMkLst>
            <pc:docMk/>
            <pc:sldMk cId="0" sldId="261"/>
            <ac:spMk id="34" creationId="{00000000-0000-0000-0000-000000000000}"/>
          </ac:spMkLst>
        </pc:spChg>
        <pc:spChg chg="add mod">
          <ac:chgData name="Tomás Tabares Montoya" userId="96991c7652fc3fbd" providerId="LiveId" clId="{A56C5C60-F38E-4245-87ED-07419F56FCF4}" dt="2026-07-20T22:30:27.647" v="1144" actId="1076"/>
          <ac:spMkLst>
            <pc:docMk/>
            <pc:sldMk cId="0" sldId="261"/>
            <ac:spMk id="38" creationId="{E478F4C4-C0A2-1991-E8A4-3DBD181B1886}"/>
          </ac:spMkLst>
        </pc:spChg>
        <pc:spChg chg="add mod">
          <ac:chgData name="Tomás Tabares Montoya" userId="96991c7652fc3fbd" providerId="LiveId" clId="{A56C5C60-F38E-4245-87ED-07419F56FCF4}" dt="2026-07-20T22:32:23.614" v="1167" actId="1076"/>
          <ac:spMkLst>
            <pc:docMk/>
            <pc:sldMk cId="0" sldId="261"/>
            <ac:spMk id="42" creationId="{359EACAD-32E1-EB0F-47D2-5F607688281B}"/>
          </ac:spMkLst>
        </pc:spChg>
        <pc:spChg chg="add mod">
          <ac:chgData name="Tomás Tabares Montoya" userId="96991c7652fc3fbd" providerId="LiveId" clId="{A56C5C60-F38E-4245-87ED-07419F56FCF4}" dt="2026-07-20T22:34:33.067" v="1190" actId="1076"/>
          <ac:spMkLst>
            <pc:docMk/>
            <pc:sldMk cId="0" sldId="261"/>
            <ac:spMk id="47" creationId="{ECBFAECA-8BE2-09EA-EDDB-AEA3170620ED}"/>
          </ac:spMkLst>
        </pc:spChg>
        <pc:spChg chg="add ord">
          <ac:chgData name="Tomás Tabares Montoya" userId="96991c7652fc3fbd" providerId="LiveId" clId="{A56C5C60-F38E-4245-87ED-07419F56FCF4}" dt="2026-07-20T22:39:05.236" v="1236" actId="167"/>
          <ac:spMkLst>
            <pc:docMk/>
            <pc:sldMk cId="0" sldId="261"/>
            <ac:spMk id="51" creationId="{0AEB4BD1-7768-48CE-CA89-AAE5D4B7D4DA}"/>
          </ac:spMkLst>
        </pc:spChg>
        <pc:spChg chg="add ord">
          <ac:chgData name="Tomás Tabares Montoya" userId="96991c7652fc3fbd" providerId="LiveId" clId="{A56C5C60-F38E-4245-87ED-07419F56FCF4}" dt="2026-07-20T22:39:12.726" v="1238" actId="167"/>
          <ac:spMkLst>
            <pc:docMk/>
            <pc:sldMk cId="0" sldId="261"/>
            <ac:spMk id="53" creationId="{D226AB39-28E9-C7D3-5DFA-52E60BDD9AAC}"/>
          </ac:spMkLst>
        </pc:spChg>
        <pc:picChg chg="del">
          <ac:chgData name="Tomás Tabares Montoya" userId="96991c7652fc3fbd" providerId="LiveId" clId="{A56C5C60-F38E-4245-87ED-07419F56FCF4}" dt="2026-07-20T22:28:02.843" v="1115" actId="478"/>
          <ac:picMkLst>
            <pc:docMk/>
            <pc:sldMk cId="0" sldId="261"/>
            <ac:picMk id="6" creationId="{00000000-0000-0000-0000-000000000000}"/>
          </ac:picMkLst>
        </pc:picChg>
        <pc:picChg chg="del">
          <ac:chgData name="Tomás Tabares Montoya" userId="96991c7652fc3fbd" providerId="LiveId" clId="{A56C5C60-F38E-4245-87ED-07419F56FCF4}" dt="2026-07-20T22:29:54.395" v="1139" actId="478"/>
          <ac:picMkLst>
            <pc:docMk/>
            <pc:sldMk cId="0" sldId="261"/>
            <ac:picMk id="11" creationId="{00000000-0000-0000-0000-000000000000}"/>
          </ac:picMkLst>
        </pc:picChg>
        <pc:picChg chg="del">
          <ac:chgData name="Tomás Tabares Montoya" userId="96991c7652fc3fbd" providerId="LiveId" clId="{A56C5C60-F38E-4245-87ED-07419F56FCF4}" dt="2026-07-20T22:32:07.555" v="1164" actId="478"/>
          <ac:picMkLst>
            <pc:docMk/>
            <pc:sldMk cId="0" sldId="261"/>
            <ac:picMk id="16" creationId="{00000000-0000-0000-0000-000000000000}"/>
          </ac:picMkLst>
        </pc:picChg>
        <pc:picChg chg="del">
          <ac:chgData name="Tomás Tabares Montoya" userId="96991c7652fc3fbd" providerId="LiveId" clId="{A56C5C60-F38E-4245-87ED-07419F56FCF4}" dt="2026-07-20T22:34:18.547" v="1185" actId="478"/>
          <ac:picMkLst>
            <pc:docMk/>
            <pc:sldMk cId="0" sldId="261"/>
            <ac:picMk id="21" creationId="{00000000-0000-0000-0000-000000000000}"/>
          </ac:picMkLst>
        </pc:picChg>
        <pc:picChg chg="add mod">
          <ac:chgData name="Tomás Tabares Montoya" userId="96991c7652fc3fbd" providerId="LiveId" clId="{A56C5C60-F38E-4245-87ED-07419F56FCF4}" dt="2026-07-20T22:28:54.752" v="1127" actId="1076"/>
          <ac:picMkLst>
            <pc:docMk/>
            <pc:sldMk cId="0" sldId="261"/>
            <ac:picMk id="36" creationId="{A280A27F-3834-F69D-E8B5-E57197325724}"/>
          </ac:picMkLst>
        </pc:picChg>
        <pc:picChg chg="add mod">
          <ac:chgData name="Tomás Tabares Montoya" userId="96991c7652fc3fbd" providerId="LiveId" clId="{A56C5C60-F38E-4245-87ED-07419F56FCF4}" dt="2026-07-20T22:31:15.814" v="1155" actId="1076"/>
          <ac:picMkLst>
            <pc:docMk/>
            <pc:sldMk cId="0" sldId="261"/>
            <ac:picMk id="40" creationId="{7C1D40D4-E696-05FE-EAEB-2AEAB80839A1}"/>
          </ac:picMkLst>
        </pc:picChg>
        <pc:picChg chg="add mod">
          <ac:chgData name="Tomás Tabares Montoya" userId="96991c7652fc3fbd" providerId="LiveId" clId="{A56C5C60-F38E-4245-87ED-07419F56FCF4}" dt="2026-07-20T22:33:30.020" v="1173" actId="1076"/>
          <ac:picMkLst>
            <pc:docMk/>
            <pc:sldMk cId="0" sldId="261"/>
            <ac:picMk id="44" creationId="{42DA7917-5C0F-732F-5387-251568B6FF01}"/>
          </ac:picMkLst>
        </pc:picChg>
        <pc:picChg chg="add">
          <ac:chgData name="Tomás Tabares Montoya" userId="96991c7652fc3fbd" providerId="LiveId" clId="{A56C5C60-F38E-4245-87ED-07419F56FCF4}" dt="2026-07-20T22:34:21.453" v="1186"/>
          <ac:picMkLst>
            <pc:docMk/>
            <pc:sldMk cId="0" sldId="261"/>
            <ac:picMk id="45" creationId="{6CF82BCF-F179-D258-F4D4-2B849AF89678}"/>
          </ac:picMkLst>
        </pc:picChg>
        <pc:picChg chg="add mod">
          <ac:chgData name="Tomás Tabares Montoya" userId="96991c7652fc3fbd" providerId="LiveId" clId="{A56C5C60-F38E-4245-87ED-07419F56FCF4}" dt="2026-07-20T22:36:08.293" v="1204" actId="1076"/>
          <ac:picMkLst>
            <pc:docMk/>
            <pc:sldMk cId="0" sldId="261"/>
            <ac:picMk id="49" creationId="{DEC981EC-2984-F4FA-D991-0214F622F556}"/>
          </ac:picMkLst>
        </pc:picChg>
      </pc:sldChg>
      <pc:sldChg chg="delSp modSp mod">
        <pc:chgData name="Tomás Tabares Montoya" userId="96991c7652fc3fbd" providerId="LiveId" clId="{A56C5C60-F38E-4245-87ED-07419F56FCF4}" dt="2026-07-20T22:46:22.612" v="1372" actId="478"/>
        <pc:sldMkLst>
          <pc:docMk/>
          <pc:sldMk cId="0" sldId="262"/>
        </pc:sldMkLst>
        <pc:spChg chg="mod">
          <ac:chgData name="Tomás Tabares Montoya" userId="96991c7652fc3fbd" providerId="LiveId" clId="{A56C5C60-F38E-4245-87ED-07419F56FCF4}" dt="2026-07-20T22:39:55.546" v="1304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1:27.006" v="1321" actId="14100"/>
          <ac:spMkLst>
            <pc:docMk/>
            <pc:sldMk cId="0" sldId="262"/>
            <ac:spMk id="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0:39.847" v="1313" actId="1076"/>
          <ac:spMkLst>
            <pc:docMk/>
            <pc:sldMk cId="0" sldId="262"/>
            <ac:spMk id="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0:34.176" v="1312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0:21.956" v="1309" actId="2711"/>
          <ac:spMkLst>
            <pc:docMk/>
            <pc:sldMk cId="0" sldId="262"/>
            <ac:spMk id="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1:00.724" v="1316" actId="2711"/>
          <ac:spMkLst>
            <pc:docMk/>
            <pc:sldMk cId="0" sldId="262"/>
            <ac:spMk id="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1:22.476" v="1320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6:15.243" v="1370" actId="14100"/>
          <ac:spMkLst>
            <pc:docMk/>
            <pc:sldMk cId="0" sldId="262"/>
            <ac:spMk id="1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3:08.862" v="1340" actId="2711"/>
          <ac:spMkLst>
            <pc:docMk/>
            <pc:sldMk cId="0" sldId="262"/>
            <ac:spMk id="1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5:52.233" v="1369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3:21.067" v="1342" actId="2711"/>
          <ac:spMkLst>
            <pc:docMk/>
            <pc:sldMk cId="0" sldId="262"/>
            <ac:spMk id="1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5:33.734" v="1366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3:39.865" v="1345" actId="2711"/>
          <ac:spMkLst>
            <pc:docMk/>
            <pc:sldMk cId="0" sldId="262"/>
            <ac:spMk id="1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5:19.781" v="136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4:28.314" v="1354" actId="107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4:55.536" v="1361" actId="107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4:24.506" v="1353" actId="1076"/>
          <ac:spMkLst>
            <pc:docMk/>
            <pc:sldMk cId="0" sldId="262"/>
            <ac:spMk id="2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4:39.180" v="1356" actId="1076"/>
          <ac:spMkLst>
            <pc:docMk/>
            <pc:sldMk cId="0" sldId="262"/>
            <ac:spMk id="2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4:19.288" v="1352" actId="1076"/>
          <ac:spMkLst>
            <pc:docMk/>
            <pc:sldMk cId="0" sldId="262"/>
            <ac:spMk id="27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1:56.619" v="1327" actId="1076"/>
          <ac:spMkLst>
            <pc:docMk/>
            <pc:sldMk cId="0" sldId="262"/>
            <ac:spMk id="2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2:46.654" v="1338" actId="2711"/>
          <ac:spMkLst>
            <pc:docMk/>
            <pc:sldMk cId="0" sldId="262"/>
            <ac:spMk id="30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2:36.611" v="1336" actId="255"/>
          <ac:spMkLst>
            <pc:docMk/>
            <pc:sldMk cId="0" sldId="262"/>
            <ac:spMk id="3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2:26.867" v="1334" actId="255"/>
          <ac:spMkLst>
            <pc:docMk/>
            <pc:sldMk cId="0" sldId="262"/>
            <ac:spMk id="3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2:15.900" v="1332" actId="2711"/>
          <ac:spMkLst>
            <pc:docMk/>
            <pc:sldMk cId="0" sldId="262"/>
            <ac:spMk id="36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42:04.029" v="1328" actId="478"/>
          <ac:spMkLst>
            <pc:docMk/>
            <pc:sldMk cId="0" sldId="262"/>
            <ac:spMk id="37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46:19.330" v="1371" actId="478"/>
          <ac:spMkLst>
            <pc:docMk/>
            <pc:sldMk cId="0" sldId="262"/>
            <ac:spMk id="38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46:22.612" v="1372" actId="478"/>
          <ac:spMkLst>
            <pc:docMk/>
            <pc:sldMk cId="0" sldId="262"/>
            <ac:spMk id="39" creationId="{00000000-0000-0000-0000-000000000000}"/>
          </ac:spMkLst>
        </pc:spChg>
        <pc:picChg chg="mod">
          <ac:chgData name="Tomás Tabares Montoya" userId="96991c7652fc3fbd" providerId="LiveId" clId="{A56C5C60-F38E-4245-87ED-07419F56FCF4}" dt="2026-07-20T22:40:44.618" v="1314" actId="1076"/>
          <ac:picMkLst>
            <pc:docMk/>
            <pc:sldMk cId="0" sldId="262"/>
            <ac:picMk id="5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2:45:45.456" v="1368" actId="1076"/>
          <ac:picMkLst>
            <pc:docMk/>
            <pc:sldMk cId="0" sldId="262"/>
            <ac:picMk id="14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2:45:37.047" v="1367" actId="1076"/>
          <ac:picMkLst>
            <pc:docMk/>
            <pc:sldMk cId="0" sldId="262"/>
            <ac:picMk id="17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2:45:16.144" v="1362" actId="1076"/>
          <ac:picMkLst>
            <pc:docMk/>
            <pc:sldMk cId="0" sldId="262"/>
            <ac:picMk id="20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2:44:46.016" v="1358" actId="1076"/>
          <ac:picMkLst>
            <pc:docMk/>
            <pc:sldMk cId="0" sldId="262"/>
            <ac:picMk id="23" creationId="{00000000-0000-0000-0000-000000000000}"/>
          </ac:picMkLst>
        </pc:picChg>
        <pc:picChg chg="mod">
          <ac:chgData name="Tomás Tabares Montoya" userId="96991c7652fc3fbd" providerId="LiveId" clId="{A56C5C60-F38E-4245-87ED-07419F56FCF4}" dt="2026-07-20T22:44:35.507" v="1355" actId="1076"/>
          <ac:picMkLst>
            <pc:docMk/>
            <pc:sldMk cId="0" sldId="262"/>
            <ac:picMk id="26" creationId="{00000000-0000-0000-0000-000000000000}"/>
          </ac:picMkLst>
        </pc:picChg>
      </pc:sldChg>
      <pc:sldChg chg="delSp modSp mod">
        <pc:chgData name="Tomás Tabares Montoya" userId="96991c7652fc3fbd" providerId="LiveId" clId="{A56C5C60-F38E-4245-87ED-07419F56FCF4}" dt="2026-07-20T22:49:03.895" v="1421" actId="1076"/>
        <pc:sldMkLst>
          <pc:docMk/>
          <pc:sldMk cId="0" sldId="263"/>
        </pc:sldMkLst>
        <pc:spChg chg="mod">
          <ac:chgData name="Tomás Tabares Montoya" userId="96991c7652fc3fbd" providerId="LiveId" clId="{A56C5C60-F38E-4245-87ED-07419F56FCF4}" dt="2026-07-20T22:46:45.846" v="1395" actId="1076"/>
          <ac:spMkLst>
            <pc:docMk/>
            <pc:sldMk cId="0" sldId="263"/>
            <ac:spMk id="3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7:00.214" v="1399" actId="404"/>
          <ac:spMkLst>
            <pc:docMk/>
            <pc:sldMk cId="0" sldId="263"/>
            <ac:spMk id="4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7:16.352" v="1402" actId="2711"/>
          <ac:spMkLst>
            <pc:docMk/>
            <pc:sldMk cId="0" sldId="263"/>
            <ac:spMk id="6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7:29.340" v="1405" actId="2711"/>
          <ac:spMkLst>
            <pc:docMk/>
            <pc:sldMk cId="0" sldId="263"/>
            <ac:spMk id="9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8:31.120" v="1415" actId="2711"/>
          <ac:spMkLst>
            <pc:docMk/>
            <pc:sldMk cId="0" sldId="263"/>
            <ac:spMk id="12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7:48.834" v="1408" actId="1076"/>
          <ac:spMkLst>
            <pc:docMk/>
            <pc:sldMk cId="0" sldId="263"/>
            <ac:spMk id="15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9:03.895" v="1421" actId="1076"/>
          <ac:spMkLst>
            <pc:docMk/>
            <pc:sldMk cId="0" sldId="263"/>
            <ac:spMk id="18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8:07.174" v="1411" actId="1076"/>
          <ac:spMkLst>
            <pc:docMk/>
            <pc:sldMk cId="0" sldId="263"/>
            <ac:spMk id="21" creationId="{00000000-0000-0000-0000-000000000000}"/>
          </ac:spMkLst>
        </pc:spChg>
        <pc:spChg chg="mod">
          <ac:chgData name="Tomás Tabares Montoya" userId="96991c7652fc3fbd" providerId="LiveId" clId="{A56C5C60-F38E-4245-87ED-07419F56FCF4}" dt="2026-07-20T22:48:55.570" v="1420" actId="1076"/>
          <ac:spMkLst>
            <pc:docMk/>
            <pc:sldMk cId="0" sldId="263"/>
            <ac:spMk id="24" creationId="{00000000-0000-0000-0000-000000000000}"/>
          </ac:spMkLst>
        </pc:spChg>
        <pc:spChg chg="del">
          <ac:chgData name="Tomás Tabares Montoya" userId="96991c7652fc3fbd" providerId="LiveId" clId="{A56C5C60-F38E-4245-87ED-07419F56FCF4}" dt="2026-07-20T22:48:11.772" v="1412" actId="478"/>
          <ac:spMkLst>
            <pc:docMk/>
            <pc:sldMk cId="0" sldId="263"/>
            <ac:spMk id="2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475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8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solidFill>
            <a:srgbClr val="00205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-2156104" y="4160483"/>
            <a:ext cx="5669280" cy="5669280"/>
          </a:xfrm>
          <a:prstGeom prst="ellipse">
            <a:avLst/>
          </a:prstGeom>
          <a:solidFill>
            <a:srgbClr val="00205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704088" y="494667"/>
            <a:ext cx="2913482" cy="672228"/>
          </a:xfrm>
          <a:prstGeom prst="rect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640080" y="638757"/>
            <a:ext cx="291348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5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CONCURSO DATOS AL ECOSISTEMA 2026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15187" y="1303020"/>
            <a:ext cx="6976238" cy="4248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CO" dirty="0">
                <a:solidFill>
                  <a:schemeClr val="bg1"/>
                </a:solidFill>
                <a:latin typeface="Century Gothic" panose="020B0502020202020204" pitchFamily="34" charset="0"/>
              </a:rPr>
              <a:t>Inteligencia Territorial para el Mercado Laboral en Colombia</a:t>
            </a:r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3754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Geo</a:t>
            </a:r>
            <a:r>
              <a:rPr lang="en-US" sz="8000" b="1" dirty="0">
                <a:solidFill>
                  <a:srgbClr val="00B050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Ply</a:t>
            </a:r>
            <a:endParaRPr lang="en-US" sz="8000" dirty="0">
              <a:solidFill>
                <a:srgbClr val="00B050"/>
              </a:solidFill>
              <a:latin typeface="Century Gothic" panose="020B0502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3106602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Inteligencia territorial para el mercado laboral de Colombia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08711" y="3824922"/>
            <a:ext cx="1737360" cy="883249"/>
          </a:xfrm>
          <a:prstGeom prst="roundRect">
            <a:avLst>
              <a:gd name="adj" fmla="val 10588"/>
            </a:avLst>
          </a:prstGeom>
          <a:solidFill>
            <a:srgbClr val="00205B"/>
          </a:solidFill>
          <a:ln w="12700">
            <a:solidFill>
              <a:srgbClr val="2F4E9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9"/>
          <p:cNvSpPr/>
          <p:nvPr/>
        </p:nvSpPr>
        <p:spPr>
          <a:xfrm>
            <a:off x="1005193" y="4127738"/>
            <a:ext cx="114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CD116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ID  </a:t>
            </a:r>
            <a:r>
              <a:rPr lang="en-US" sz="2800" b="1" dirty="0">
                <a:solidFill>
                  <a:schemeClr val="bg1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2800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889531" y="3824922"/>
            <a:ext cx="1737360" cy="897198"/>
          </a:xfrm>
          <a:prstGeom prst="roundRect">
            <a:avLst>
              <a:gd name="adj" fmla="val 10588"/>
            </a:avLst>
          </a:prstGeom>
          <a:solidFill>
            <a:srgbClr val="00205B"/>
          </a:solidFill>
          <a:ln w="12700">
            <a:solidFill>
              <a:srgbClr val="2F4E9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/>
          <p:nvPr/>
        </p:nvSpPr>
        <p:spPr>
          <a:xfrm>
            <a:off x="3087192" y="3944839"/>
            <a:ext cx="11851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CD116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CATEGORÍA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087192" y="419145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Intermedia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140909" y="3823210"/>
            <a:ext cx="2708694" cy="883248"/>
          </a:xfrm>
          <a:prstGeom prst="roundRect">
            <a:avLst>
              <a:gd name="adj" fmla="val 10588"/>
            </a:avLst>
          </a:prstGeom>
          <a:solidFill>
            <a:srgbClr val="00205B"/>
          </a:solidFill>
          <a:ln w="12700">
            <a:solidFill>
              <a:srgbClr val="2F4E9E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18" name="Text 15"/>
          <p:cNvSpPr/>
          <p:nvPr/>
        </p:nvSpPr>
        <p:spPr>
          <a:xfrm>
            <a:off x="5289283" y="3944839"/>
            <a:ext cx="6370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CD116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RETO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289283" y="419145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Economía y Empleo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640080" y="5053185"/>
            <a:ext cx="136812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CD116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31164" y="5481037"/>
            <a:ext cx="2560320" cy="9922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Sarita Posada Medina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423030" y="5483323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Jesús Andrés </a:t>
            </a:r>
            <a:r>
              <a:rPr lang="en-US" sz="2000" dirty="0" err="1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Malvaceda</a:t>
            </a:r>
            <a:r>
              <a:rPr lang="en-US" sz="2000" dirty="0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Saenz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184798" y="5483323"/>
            <a:ext cx="256032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Juan David Florez Gómez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997852" y="5481037"/>
            <a:ext cx="256032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Tomás Tabares Montoya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342E0C21-EB10-BAEF-1DF9-E877B24C45F6}"/>
              </a:ext>
            </a:extLst>
          </p:cNvPr>
          <p:cNvSpPr/>
          <p:nvPr/>
        </p:nvSpPr>
        <p:spPr>
          <a:xfrm>
            <a:off x="952856" y="6144210"/>
            <a:ext cx="1899742" cy="3523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i="1" dirty="0" err="1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Científica</a:t>
            </a:r>
            <a:r>
              <a:rPr lang="en-US" sz="1400" i="1" dirty="0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de Datos</a:t>
            </a:r>
            <a:endParaRPr lang="en-US" sz="1400" i="1" dirty="0">
              <a:latin typeface="Century Gothic" panose="020B0502020202020204" pitchFamily="34" charset="0"/>
            </a:endParaRPr>
          </a:p>
        </p:txBody>
      </p:sp>
      <p:sp>
        <p:nvSpPr>
          <p:cNvPr id="29" name="Text 18">
            <a:extLst>
              <a:ext uri="{FF2B5EF4-FFF2-40B4-BE49-F238E27FC236}">
                <a16:creationId xmlns:a16="http://schemas.microsoft.com/office/drawing/2014/main" id="{A55DD85C-37B1-A680-68E2-8A215F8D8154}"/>
              </a:ext>
            </a:extLst>
          </p:cNvPr>
          <p:cNvSpPr/>
          <p:nvPr/>
        </p:nvSpPr>
        <p:spPr>
          <a:xfrm>
            <a:off x="3781005" y="6144209"/>
            <a:ext cx="1508278" cy="3523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i="1" dirty="0" err="1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Desarrollador</a:t>
            </a:r>
            <a:endParaRPr lang="en-US" sz="1400" i="1" dirty="0">
              <a:latin typeface="Century Gothic" panose="020B0502020202020204" pitchFamily="34" charset="0"/>
            </a:endParaRPr>
          </a:p>
        </p:txBody>
      </p:sp>
      <p:sp>
        <p:nvSpPr>
          <p:cNvPr id="31" name="Text 18">
            <a:extLst>
              <a:ext uri="{FF2B5EF4-FFF2-40B4-BE49-F238E27FC236}">
                <a16:creationId xmlns:a16="http://schemas.microsoft.com/office/drawing/2014/main" id="{E027E7D4-B3AF-F171-1B2E-604126827870}"/>
              </a:ext>
            </a:extLst>
          </p:cNvPr>
          <p:cNvSpPr/>
          <p:nvPr/>
        </p:nvSpPr>
        <p:spPr>
          <a:xfrm>
            <a:off x="6326230" y="6144210"/>
            <a:ext cx="2148986" cy="5899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400" i="1" dirty="0">
                <a:solidFill>
                  <a:schemeClr val="bg1"/>
                </a:solidFill>
                <a:latin typeface="Century Gothic" panose="020B0502020202020204" pitchFamily="34" charset="0"/>
              </a:rPr>
              <a:t>Gestor de Innovación y Sostenibilidad</a:t>
            </a:r>
            <a:endParaRPr lang="en-US" sz="1400" i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AF94F9D7-EB61-6028-5A97-58E5F3806C3A}"/>
              </a:ext>
            </a:extLst>
          </p:cNvPr>
          <p:cNvSpPr/>
          <p:nvPr/>
        </p:nvSpPr>
        <p:spPr>
          <a:xfrm>
            <a:off x="8946566" y="6144209"/>
            <a:ext cx="2148986" cy="5899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400" i="1" dirty="0">
                <a:solidFill>
                  <a:schemeClr val="bg1"/>
                </a:solidFill>
                <a:latin typeface="Century Gothic" panose="020B0502020202020204" pitchFamily="34" charset="0"/>
              </a:rPr>
              <a:t>Líder y Comunicador</a:t>
            </a:r>
            <a:endParaRPr lang="en-US" sz="1400" i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1">
            <a:extLst>
              <a:ext uri="{FF2B5EF4-FFF2-40B4-BE49-F238E27FC236}">
                <a16:creationId xmlns:a16="http://schemas.microsoft.com/office/drawing/2014/main" id="{1EBC2813-F7DB-948F-C7BE-EBEAE5621C5C}"/>
              </a:ext>
            </a:extLst>
          </p:cNvPr>
          <p:cNvSpPr/>
          <p:nvPr/>
        </p:nvSpPr>
        <p:spPr>
          <a:xfrm>
            <a:off x="-2156104" y="4160483"/>
            <a:ext cx="5669280" cy="56692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BB9D40D8-7434-0CA4-74E5-FB576C9A3213}"/>
              </a:ext>
            </a:extLst>
          </p:cNvPr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" name="Text 0"/>
          <p:cNvSpPr/>
          <p:nvPr/>
        </p:nvSpPr>
        <p:spPr>
          <a:xfrm>
            <a:off x="533400" y="463334"/>
            <a:ext cx="28575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24A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>
              <a:latin typeface="Century Gothic" panose="020B0502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33400" y="1115569"/>
            <a:ext cx="472004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Datos abiertos del mercado laboral: disponibles, pero inaccesibles</a:t>
            </a:r>
            <a:endParaRPr lang="en-US" sz="1700" dirty="0">
              <a:latin typeface="Century Gothic" panose="020B0502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120640" cy="1280160"/>
          </a:xfrm>
          <a:prstGeom prst="roundRect">
            <a:avLst>
              <a:gd name="adj" fmla="val 6250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758952" y="2098548"/>
            <a:ext cx="731520" cy="7315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6" name="Image 0" descr="/home/claude/geoply_pptx/icons/databas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862" y="2122628"/>
            <a:ext cx="601064" cy="6010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05940" y="2197303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Múltiples</a:t>
            </a:r>
            <a:r>
              <a:rPr lang="en-US" sz="15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fuentes</a:t>
            </a:r>
            <a:r>
              <a:rPr lang="en-US" sz="15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oficiales dispersas, sin capa de </a:t>
            </a:r>
            <a:r>
              <a:rPr lang="en-US" sz="1500" dirty="0" err="1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integración</a:t>
            </a:r>
            <a:r>
              <a:rPr lang="en-US" sz="15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territorial.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4360" y="3316986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7"/>
          <p:cNvSpPr/>
          <p:nvPr/>
        </p:nvSpPr>
        <p:spPr>
          <a:xfrm>
            <a:off x="742406" y="3540216"/>
            <a:ext cx="731520" cy="7315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8"/>
          <p:cNvSpPr/>
          <p:nvPr/>
        </p:nvSpPr>
        <p:spPr>
          <a:xfrm>
            <a:off x="1645920" y="3642649"/>
            <a:ext cx="121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E1126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8.94%</a:t>
            </a:r>
            <a:endParaRPr lang="en-US" sz="3000" dirty="0">
              <a:latin typeface="Century Gothic" panose="020B0502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2976372" y="3665509"/>
            <a:ext cx="271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desempleo nacional, sin desagregación </a:t>
            </a:r>
            <a:r>
              <a:rPr lang="en-US" sz="1500" dirty="0" err="1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5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departamento</a:t>
            </a:r>
            <a:r>
              <a:rPr lang="en-US" sz="15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94360" y="4741165"/>
            <a:ext cx="5120640" cy="1205408"/>
          </a:xfrm>
          <a:prstGeom prst="roundRect">
            <a:avLst>
              <a:gd name="adj" fmla="val 6250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Shape 11"/>
          <p:cNvSpPr/>
          <p:nvPr/>
        </p:nvSpPr>
        <p:spPr>
          <a:xfrm>
            <a:off x="754380" y="4965155"/>
            <a:ext cx="731520" cy="73152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home/claude/geoply_pptx/icons/map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4892003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372868" y="5074921"/>
            <a:ext cx="33421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herramientas públicas para comparar oportunidades entre territories.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989320" y="982980"/>
            <a:ext cx="5669280" cy="5234940"/>
          </a:xfrm>
          <a:prstGeom prst="roundRect">
            <a:avLst>
              <a:gd name="adj" fmla="val 1942"/>
            </a:avLst>
          </a:prstGeom>
          <a:solidFill>
            <a:srgbClr val="003893"/>
          </a:solidFill>
          <a:ln/>
        </p:spPr>
        <p:txBody>
          <a:bodyPr/>
          <a:lstStyle/>
          <a:p>
            <a:endParaRPr lang="es-CO" dirty="0"/>
          </a:p>
        </p:txBody>
      </p:sp>
      <p:sp>
        <p:nvSpPr>
          <p:cNvPr id="22" name="Text 16"/>
          <p:cNvSpPr/>
          <p:nvPr/>
        </p:nvSpPr>
        <p:spPr>
          <a:xfrm>
            <a:off x="8597265" y="1629154"/>
            <a:ext cx="14230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CD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5080" y="23778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Integrar datos abiertos del mercado laboral colombiano en una plataforma geoespacial que traduzca 18 fuentes oficiales en indicadores territoriales comparables y comprensibles.</a:t>
            </a:r>
            <a:endParaRPr lang="en-US" sz="1800" dirty="0">
              <a:latin typeface="Century Gothic" panose="020B0502020202020204" pitchFamily="34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6309360" y="4069080"/>
            <a:ext cx="5029200" cy="0"/>
          </a:xfrm>
          <a:prstGeom prst="line">
            <a:avLst/>
          </a:prstGeom>
          <a:noFill/>
          <a:ln w="12700">
            <a:solidFill>
              <a:srgbClr val="3355A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6309360" y="4325112"/>
            <a:ext cx="109728" cy="109728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0"/>
          <p:cNvSpPr/>
          <p:nvPr/>
        </p:nvSpPr>
        <p:spPr>
          <a:xfrm>
            <a:off x="6537960" y="414680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Sin predicciones ni modelos de ML: solo datos oficiales verificables.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6309360" y="4946904"/>
            <a:ext cx="109728" cy="109728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8" name="Text 22"/>
          <p:cNvSpPr/>
          <p:nvPr/>
        </p:nvSpPr>
        <p:spPr>
          <a:xfrm>
            <a:off x="6537960" y="4759453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Pensado para ciudadanos, emprendedores, investigadores y entidades públicas.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309360" y="5568696"/>
            <a:ext cx="109728" cy="109728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Text 24"/>
          <p:cNvSpPr/>
          <p:nvPr/>
        </p:nvSpPr>
        <p:spPr>
          <a:xfrm>
            <a:off x="6537960" y="53721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Cobertura de </a:t>
            </a:r>
            <a:r>
              <a:rPr lang="en-US" sz="1500" dirty="0" err="1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5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32 </a:t>
            </a:r>
            <a:r>
              <a:rPr lang="en-US" sz="1500" dirty="0" err="1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departamentos</a:t>
            </a:r>
            <a:r>
              <a:rPr lang="en-US" sz="15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+ Bogotá D.C. de Colombia</a:t>
            </a:r>
            <a:r>
              <a:rPr lang="en-US" sz="1250" dirty="0">
                <a:solidFill>
                  <a:srgbClr val="E4E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39" name="Text 8">
            <a:extLst>
              <a:ext uri="{FF2B5EF4-FFF2-40B4-BE49-F238E27FC236}">
                <a16:creationId xmlns:a16="http://schemas.microsoft.com/office/drawing/2014/main" id="{5EE07E7A-6D68-CF23-4512-2C095DBBDFF6}"/>
              </a:ext>
            </a:extLst>
          </p:cNvPr>
          <p:cNvSpPr/>
          <p:nvPr/>
        </p:nvSpPr>
        <p:spPr>
          <a:xfrm>
            <a:off x="1808658" y="5042916"/>
            <a:ext cx="427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1126"/>
                </a:solidFill>
                <a:latin typeface="Century Gothic" panose="020B0502020202020204" pitchFamily="34" charset="0"/>
                <a:ea typeface="Cambria" pitchFamily="34" charset="-122"/>
              </a:rPr>
              <a:t>0</a:t>
            </a:r>
            <a:endParaRPr lang="en-US" sz="3200" b="1" dirty="0">
              <a:latin typeface="Century Gothic" panose="020B0502020202020204" pitchFamily="34" charset="0"/>
            </a:endParaRPr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BD94B382-6C3F-D4F4-464D-8D57CB594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253" y="3541432"/>
            <a:ext cx="651774" cy="658331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5A1C1EB9-282F-6A6E-58AB-F83C545826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9590" y="1320737"/>
            <a:ext cx="762900" cy="762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1">
            <a:extLst>
              <a:ext uri="{FF2B5EF4-FFF2-40B4-BE49-F238E27FC236}">
                <a16:creationId xmlns:a16="http://schemas.microsoft.com/office/drawing/2014/main" id="{970FE10A-2437-BE1D-C219-CD1034C3E3C0}"/>
              </a:ext>
            </a:extLst>
          </p:cNvPr>
          <p:cNvSpPr/>
          <p:nvPr/>
        </p:nvSpPr>
        <p:spPr>
          <a:xfrm>
            <a:off x="-2156104" y="4160483"/>
            <a:ext cx="5669280" cy="56692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3" name="Shape 0">
            <a:extLst>
              <a:ext uri="{FF2B5EF4-FFF2-40B4-BE49-F238E27FC236}">
                <a16:creationId xmlns:a16="http://schemas.microsoft.com/office/drawing/2014/main" id="{B7DD60A3-4639-8251-C902-30B86950949D}"/>
              </a:ext>
            </a:extLst>
          </p:cNvPr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" name="Text 0"/>
          <p:cNvSpPr/>
          <p:nvPr/>
        </p:nvSpPr>
        <p:spPr>
          <a:xfrm>
            <a:off x="548640" y="514502"/>
            <a:ext cx="36042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24A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DATOS ABIERTOS</a:t>
            </a:r>
            <a:endParaRPr lang="en-US" sz="3200" dirty="0">
              <a:latin typeface="Century Gothic" panose="020B0502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98860"/>
            <a:ext cx="69905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18 fuentes oficiales integradas sin autenticación ni descarga manual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823183" y="2131954"/>
            <a:ext cx="693623" cy="64827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6" name="Image 0" descr="/home/claude/geoply_pptx/icons/exchang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552" y="2193797"/>
            <a:ext cx="520400" cy="52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08282" y="21583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893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>
              <a:latin typeface="Century Gothic" panose="020B0502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2148840" y="2034540"/>
            <a:ext cx="20040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datasets vía SODA API</a:t>
            </a:r>
            <a:endParaRPr lang="en-US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datos.gov.co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 dirty="0"/>
          </a:p>
        </p:txBody>
      </p:sp>
      <p:sp>
        <p:nvSpPr>
          <p:cNvPr id="12" name="Text 8"/>
          <p:cNvSpPr/>
          <p:nvPr/>
        </p:nvSpPr>
        <p:spPr>
          <a:xfrm>
            <a:off x="5244845" y="2162908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893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>
              <a:latin typeface="Century Gothic" panose="020B0502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5957315" y="2042517"/>
            <a:ext cx="1942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archivos DANE/GEIH</a:t>
            </a:r>
            <a:endParaRPr lang="en-US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procesados como JSON propio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7863840" y="155448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003893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2"/>
          <p:cNvSpPr/>
          <p:nvPr/>
        </p:nvSpPr>
        <p:spPr>
          <a:xfrm>
            <a:off x="9006840" y="21629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CD116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000" dirty="0">
              <a:latin typeface="Century Gothic" panose="020B0502020202020204" pitchFamily="34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9692640" y="1998316"/>
            <a:ext cx="204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departamentos con</a:t>
            </a:r>
            <a:endParaRPr lang="en-US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indicadores calculados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505460" y="364388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3893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TRATAMIENTO Y NORMALIZACIÓN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548640" y="4087368"/>
            <a:ext cx="3282696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5875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16"/>
          <p:cNvSpPr/>
          <p:nvPr/>
        </p:nvSpPr>
        <p:spPr>
          <a:xfrm>
            <a:off x="839354" y="4475714"/>
            <a:ext cx="644652" cy="64062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17"/>
          <p:cNvSpPr/>
          <p:nvPr/>
        </p:nvSpPr>
        <p:spPr>
          <a:xfrm>
            <a:off x="888300" y="4613148"/>
            <a:ext cx="562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3893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>
              <a:latin typeface="Century Gothic" panose="020B0502020202020204" pitchFamily="34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1746504" y="4613148"/>
            <a:ext cx="192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Esquemas heterogéneos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3808476" y="4572000"/>
            <a:ext cx="448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E1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1"/>
          <p:cNvSpPr/>
          <p:nvPr/>
        </p:nvSpPr>
        <p:spPr>
          <a:xfrm>
            <a:off x="4256532" y="4106204"/>
            <a:ext cx="3282696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5875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4"/>
          <p:cNvSpPr/>
          <p:nvPr/>
        </p:nvSpPr>
        <p:spPr>
          <a:xfrm>
            <a:off x="5306340" y="4590288"/>
            <a:ext cx="2142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Geolocalización 3 niveles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7510856" y="4567428"/>
            <a:ext cx="48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E1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2" name="Shape 27"/>
          <p:cNvSpPr/>
          <p:nvPr/>
        </p:nvSpPr>
        <p:spPr>
          <a:xfrm>
            <a:off x="7955280" y="4106204"/>
            <a:ext cx="3282696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5875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29"/>
          <p:cNvSpPr/>
          <p:nvPr/>
        </p:nvSpPr>
        <p:spPr>
          <a:xfrm>
            <a:off x="8577072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35" name="Text 30"/>
          <p:cNvSpPr/>
          <p:nvPr/>
        </p:nvSpPr>
        <p:spPr>
          <a:xfrm>
            <a:off x="9147810" y="4286608"/>
            <a:ext cx="1729740" cy="105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Detección dinámica de campos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37" name="Shape 32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10909"/>
            </a:avLst>
          </a:prstGeom>
          <a:solidFill>
            <a:srgbClr val="FDF3D3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8" name="Text 33"/>
          <p:cNvSpPr/>
          <p:nvPr/>
        </p:nvSpPr>
        <p:spPr>
          <a:xfrm>
            <a:off x="777240" y="58978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205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Transparencia declarada: variables sin dato suficiente muestran "Sin suficientes registros" </a:t>
            </a:r>
            <a:r>
              <a:rPr lang="en-US" sz="1400" i="1" dirty="0" err="1">
                <a:solidFill>
                  <a:srgbClr val="00205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nunca</a:t>
            </a:r>
            <a:r>
              <a:rPr lang="en-US" sz="1400" i="1" dirty="0">
                <a:solidFill>
                  <a:srgbClr val="00205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un valor inventado.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47" name="Shape 16">
            <a:extLst>
              <a:ext uri="{FF2B5EF4-FFF2-40B4-BE49-F238E27FC236}">
                <a16:creationId xmlns:a16="http://schemas.microsoft.com/office/drawing/2014/main" id="{9F3A7E6B-BBA5-768C-0B4D-4AB6260759CD}"/>
              </a:ext>
            </a:extLst>
          </p:cNvPr>
          <p:cNvSpPr/>
          <p:nvPr/>
        </p:nvSpPr>
        <p:spPr>
          <a:xfrm>
            <a:off x="4469750" y="4475714"/>
            <a:ext cx="644652" cy="64062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BEABF5C8-C561-1A22-353C-DD5E2DA9E228}"/>
              </a:ext>
            </a:extLst>
          </p:cNvPr>
          <p:cNvSpPr/>
          <p:nvPr/>
        </p:nvSpPr>
        <p:spPr>
          <a:xfrm>
            <a:off x="4511254" y="4615243"/>
            <a:ext cx="562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3893"/>
                </a:solidFill>
                <a:latin typeface="Century Gothic" panose="020B0502020202020204" pitchFamily="34" charset="0"/>
                <a:ea typeface="Cambria" pitchFamily="34" charset="-122"/>
              </a:rPr>
              <a:t>2</a:t>
            </a:r>
            <a:endParaRPr lang="en-US" sz="2800" dirty="0">
              <a:latin typeface="Century Gothic" panose="020B0502020202020204" pitchFamily="34" charset="0"/>
            </a:endParaRPr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2F3E8A06-6B93-1237-2313-7079EDBCBB1A}"/>
              </a:ext>
            </a:extLst>
          </p:cNvPr>
          <p:cNvSpPr/>
          <p:nvPr/>
        </p:nvSpPr>
        <p:spPr>
          <a:xfrm>
            <a:off x="8173390" y="4489978"/>
            <a:ext cx="644652" cy="64062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3" name="Text 17">
            <a:extLst>
              <a:ext uri="{FF2B5EF4-FFF2-40B4-BE49-F238E27FC236}">
                <a16:creationId xmlns:a16="http://schemas.microsoft.com/office/drawing/2014/main" id="{60784F80-792D-D6DD-A660-1BB5CB654744}"/>
              </a:ext>
            </a:extLst>
          </p:cNvPr>
          <p:cNvSpPr/>
          <p:nvPr/>
        </p:nvSpPr>
        <p:spPr>
          <a:xfrm>
            <a:off x="8215478" y="4636008"/>
            <a:ext cx="562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3893"/>
                </a:solidFill>
                <a:latin typeface="Century Gothic" panose="020B0502020202020204" pitchFamily="34" charset="0"/>
                <a:ea typeface="Cambria" pitchFamily="34" charset="-122"/>
              </a:rPr>
              <a:t>3</a:t>
            </a:r>
            <a:endParaRPr lang="en-US" sz="2800" dirty="0">
              <a:latin typeface="Century Gothic" panose="020B0502020202020204" pitchFamily="34" charset="0"/>
            </a:endParaRPr>
          </a:p>
        </p:txBody>
      </p:sp>
      <p:sp>
        <p:nvSpPr>
          <p:cNvPr id="55" name="Shape 3">
            <a:extLst>
              <a:ext uri="{FF2B5EF4-FFF2-40B4-BE49-F238E27FC236}">
                <a16:creationId xmlns:a16="http://schemas.microsoft.com/office/drawing/2014/main" id="{FAD0BDA2-7478-1E47-CA7A-5F795E925BFC}"/>
              </a:ext>
            </a:extLst>
          </p:cNvPr>
          <p:cNvSpPr/>
          <p:nvPr/>
        </p:nvSpPr>
        <p:spPr>
          <a:xfrm>
            <a:off x="4463592" y="2162908"/>
            <a:ext cx="693623" cy="64827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7" name="Image 1" descr="/home/claude/geoply_pptx/icons/bar_navy.png">
            <a:extLst>
              <a:ext uri="{FF2B5EF4-FFF2-40B4-BE49-F238E27FC236}">
                <a16:creationId xmlns:a16="http://schemas.microsoft.com/office/drawing/2014/main" id="{01DE2D2C-0EBD-3A58-06AA-C71997DA0E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536" y="2162907"/>
            <a:ext cx="591865" cy="591865"/>
          </a:xfrm>
          <a:prstGeom prst="rect">
            <a:avLst/>
          </a:prstGeom>
        </p:spPr>
      </p:pic>
      <p:sp>
        <p:nvSpPr>
          <p:cNvPr id="61" name="Shape 3">
            <a:extLst>
              <a:ext uri="{FF2B5EF4-FFF2-40B4-BE49-F238E27FC236}">
                <a16:creationId xmlns:a16="http://schemas.microsoft.com/office/drawing/2014/main" id="{09746BED-D439-4C49-5A57-5CD4ECEA60B4}"/>
              </a:ext>
            </a:extLst>
          </p:cNvPr>
          <p:cNvSpPr/>
          <p:nvPr/>
        </p:nvSpPr>
        <p:spPr>
          <a:xfrm>
            <a:off x="8157108" y="2119808"/>
            <a:ext cx="693623" cy="64827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63" name="Image 2" descr="/home/claude/geoply_pptx/icons/pin_white.png">
            <a:extLst>
              <a:ext uri="{FF2B5EF4-FFF2-40B4-BE49-F238E27FC236}">
                <a16:creationId xmlns:a16="http://schemas.microsoft.com/office/drawing/2014/main" id="{A64068FC-A03C-FEE2-E93E-EE1BA48B3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3587" y="2049722"/>
            <a:ext cx="604673" cy="6046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0">
            <a:extLst>
              <a:ext uri="{FF2B5EF4-FFF2-40B4-BE49-F238E27FC236}">
                <a16:creationId xmlns:a16="http://schemas.microsoft.com/office/drawing/2014/main" id="{ED10834B-A706-1A33-03BC-22E51624163C}"/>
              </a:ext>
            </a:extLst>
          </p:cNvPr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2" name="Shape 1">
            <a:extLst>
              <a:ext uri="{FF2B5EF4-FFF2-40B4-BE49-F238E27FC236}">
                <a16:creationId xmlns:a16="http://schemas.microsoft.com/office/drawing/2014/main" id="{1558885A-CB24-F342-FDDD-EB09E36E4A82}"/>
              </a:ext>
            </a:extLst>
          </p:cNvPr>
          <p:cNvSpPr/>
          <p:nvPr/>
        </p:nvSpPr>
        <p:spPr>
          <a:xfrm>
            <a:off x="-2156104" y="4160483"/>
            <a:ext cx="5669280" cy="56692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" name="Text 0"/>
          <p:cNvSpPr/>
          <p:nvPr/>
        </p:nvSpPr>
        <p:spPr>
          <a:xfrm>
            <a:off x="548640" y="50978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24A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SOLUCIÓN &amp; IA</a:t>
            </a:r>
            <a:endParaRPr lang="en-US" sz="3200" dirty="0">
              <a:latin typeface="Century Gothic" panose="020B0502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Motor de indicadores basado </a:t>
            </a:r>
            <a:r>
              <a:rPr lang="en-US" sz="1600" dirty="0" err="1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6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reglas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33400" y="1723626"/>
            <a:ext cx="566928" cy="56692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mage 0" descr="/home/claude/geoply_pptx/icons/databa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8" y="1727413"/>
            <a:ext cx="503450" cy="5034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71754" y="171907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Datos DANE + </a:t>
            </a:r>
            <a:r>
              <a:rPr lang="en-US" sz="1600" b="1" dirty="0" err="1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API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298448" y="1938528"/>
            <a:ext cx="55976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departamentos-data.js + EMPLEO_RECORDS geolocalizados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16864" y="2290554"/>
            <a:ext cx="0" cy="320040"/>
          </a:xfrm>
          <a:prstGeom prst="line">
            <a:avLst/>
          </a:prstGeom>
          <a:noFill/>
          <a:ln w="19050">
            <a:solidFill>
              <a:srgbClr val="C7D2EA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6"/>
          <p:cNvSpPr/>
          <p:nvPr/>
        </p:nvSpPr>
        <p:spPr>
          <a:xfrm>
            <a:off x="533400" y="2692890"/>
            <a:ext cx="566928" cy="56692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0" name="Image 1" descr="/home/claude/geoply_pptx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56" y="2685758"/>
            <a:ext cx="508040" cy="508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98448" y="26403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Detección dinámica de campos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1298448" y="287578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findFieldByPattern y detectCategoricalField, sin nombres fijos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816864" y="3259818"/>
            <a:ext cx="0" cy="320040"/>
          </a:xfrm>
          <a:prstGeom prst="line">
            <a:avLst/>
          </a:prstGeom>
          <a:noFill/>
          <a:ln w="19050">
            <a:solidFill>
              <a:srgbClr val="C7D2EA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0"/>
          <p:cNvSpPr/>
          <p:nvPr/>
        </p:nvSpPr>
        <p:spPr>
          <a:xfrm>
            <a:off x="533400" y="3662154"/>
            <a:ext cx="566928" cy="56692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1"/>
          <p:cNvSpPr/>
          <p:nvPr/>
        </p:nvSpPr>
        <p:spPr>
          <a:xfrm>
            <a:off x="1298448" y="3524975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15 indicadores por departamento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298448" y="3863364"/>
            <a:ext cx="57500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cociente de localización, índice de oportunidad, tendencia 2018→2025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816864" y="4229082"/>
            <a:ext cx="0" cy="320040"/>
          </a:xfrm>
          <a:prstGeom prst="line">
            <a:avLst/>
          </a:prstGeom>
          <a:noFill/>
          <a:ln w="19050">
            <a:solidFill>
              <a:srgbClr val="C7D2EA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4"/>
          <p:cNvSpPr/>
          <p:nvPr/>
        </p:nvSpPr>
        <p:spPr>
          <a:xfrm>
            <a:off x="533400" y="4631418"/>
            <a:ext cx="566928" cy="56692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0" name="Image 3" descr="/home/claude/geoply_pptx/icons/ba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92" y="4648265"/>
            <a:ext cx="479902" cy="4799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98448" y="4530137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GeoPly Score (0–100)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298448" y="484414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score compuesto de 7 dimensiones ponderadas, cacheado por depto</a:t>
            </a:r>
            <a:endParaRPr lang="en-US" sz="1500" dirty="0">
              <a:latin typeface="Century Gothic" panose="020B0502020202020204" pitchFamily="34" charset="0"/>
            </a:endParaRPr>
          </a:p>
        </p:txBody>
      </p:sp>
      <p:pic>
        <p:nvPicPr>
          <p:cNvPr id="23" name="Image 4" descr="/home/claude/geoply_pptx/shots/como_funciona.jpeg"/>
          <p:cNvPicPr>
            <a:picLocks noChangeAspect="1"/>
          </p:cNvPicPr>
          <p:nvPr/>
        </p:nvPicPr>
        <p:blipFill>
          <a:blip r:embed="rId6"/>
          <a:srcRect l="3769" r="13387"/>
          <a:stretch>
            <a:fillRect/>
          </a:stretch>
        </p:blipFill>
        <p:spPr>
          <a:xfrm>
            <a:off x="7498080" y="1079524"/>
            <a:ext cx="4352542" cy="454330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16369" y="5761812"/>
            <a:ext cx="429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[Producto real — modal explicativo de GeoPly]</a:t>
            </a:r>
            <a:endParaRPr lang="en-US" sz="1200" dirty="0">
              <a:latin typeface="Century Gothic" panose="020B0502020202020204" pitchFamily="34" charset="0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1871117" y="5510352"/>
            <a:ext cx="4501108" cy="1051560"/>
          </a:xfrm>
          <a:prstGeom prst="roundRect">
            <a:avLst>
              <a:gd name="adj" fmla="val 6087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19"/>
          <p:cNvSpPr/>
          <p:nvPr/>
        </p:nvSpPr>
        <p:spPr>
          <a:xfrm>
            <a:off x="2008277" y="562282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893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GEOPLY SCORE — PONDERACIÓN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1954187" y="5874286"/>
            <a:ext cx="43349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Oportunidad 25% · Crecimiento 20% · Informalidad 15%</a:t>
            </a:r>
            <a:endParaRPr lang="en-US" sz="1200" dirty="0">
              <a:latin typeface="Century Gothic" panose="020B0502020202020204" pitchFamily="34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Emergentes 15% · Competitividad 10% · Educativo 10%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· Juvenil 5%</a:t>
            </a:r>
            <a:endParaRPr lang="en-US" sz="1200" dirty="0">
              <a:latin typeface="Century Gothic" panose="020B0502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97E33AED-EBD3-3E4A-D3BA-400CCE3AA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689" y="3645878"/>
            <a:ext cx="514605" cy="5146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62153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24A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RESULTADOS Y DEMO</a:t>
            </a:r>
            <a:endParaRPr lang="en-US" sz="3200" dirty="0">
              <a:latin typeface="Century Gothic" panose="020B0502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925449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GeoPly en funcionamiento sobre datos reales de datos.gov.co y el DANE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38912" y="1665732"/>
            <a:ext cx="6035040" cy="4209288"/>
          </a:xfrm>
          <a:prstGeom prst="roundRect">
            <a:avLst>
              <a:gd name="adj" fmla="val 1099"/>
            </a:avLst>
          </a:prstGeom>
          <a:solidFill>
            <a:srgbClr val="EDEFF5"/>
          </a:solidFill>
          <a:ln w="12700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5" name="Image 0" descr="/home/claude/geoply_pptx/shots/map_legend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714500"/>
            <a:ext cx="5907024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121527"/>
            <a:ext cx="51377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[Producto real — mapa interactivo con leyenda de oportunidad]</a:t>
            </a:r>
            <a:endParaRPr lang="en-US" sz="1200" dirty="0">
              <a:latin typeface="Century Gothic" panose="020B0502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720840" y="1404746"/>
            <a:ext cx="4937760" cy="2024253"/>
          </a:xfrm>
          <a:prstGeom prst="roundRect">
            <a:avLst>
              <a:gd name="adj" fmla="val 2273"/>
            </a:avLst>
          </a:prstGeom>
          <a:solidFill>
            <a:srgbClr val="EDEFF5"/>
          </a:solidFill>
          <a:ln w="12700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8" name="Image 1" descr="/home/claude/geoply_pptx/shots/meta_panel.jpe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784848" y="1481328"/>
            <a:ext cx="4809744" cy="18836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720840" y="354253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[Panel de detalle — Meta, GeoPly Score 69.9/100]</a:t>
            </a:r>
            <a:endParaRPr lang="en-US" sz="1200" dirty="0">
              <a:latin typeface="Century Gothic" panose="020B0502020202020204" pitchFamily="34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720840" y="3922776"/>
            <a:ext cx="4937760" cy="1952244"/>
          </a:xfrm>
          <a:prstGeom prst="roundRect">
            <a:avLst>
              <a:gd name="adj" fmla="val 2564"/>
            </a:avLst>
          </a:prstGeom>
          <a:solidFill>
            <a:srgbClr val="EDEFF5"/>
          </a:solidFill>
          <a:ln w="12700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1" name="Image 2" descr="/home/claude/geoply_pptx/shots/sanandres_dashboard.jpe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84848" y="3997071"/>
            <a:ext cx="4809744" cy="180365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720840" y="5988558"/>
            <a:ext cx="40900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[Dashboard de 15 indicadores por departamento]</a:t>
            </a:r>
            <a:endParaRPr lang="en-US" sz="1200"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>
            <a:extLst>
              <a:ext uri="{FF2B5EF4-FFF2-40B4-BE49-F238E27FC236}">
                <a16:creationId xmlns:a16="http://schemas.microsoft.com/office/drawing/2014/main" id="{D226AB39-28E9-C7D3-5DFA-52E60BDD9AAC}"/>
              </a:ext>
            </a:extLst>
          </p:cNvPr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1" name="Shape 1">
            <a:extLst>
              <a:ext uri="{FF2B5EF4-FFF2-40B4-BE49-F238E27FC236}">
                <a16:creationId xmlns:a16="http://schemas.microsoft.com/office/drawing/2014/main" id="{0AEB4BD1-7768-48CE-CA89-AAE5D4B7D4DA}"/>
              </a:ext>
            </a:extLst>
          </p:cNvPr>
          <p:cNvSpPr/>
          <p:nvPr/>
        </p:nvSpPr>
        <p:spPr>
          <a:xfrm>
            <a:off x="-2156104" y="4160483"/>
            <a:ext cx="5669280" cy="56692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" name="Text 0"/>
          <p:cNvSpPr/>
          <p:nvPr/>
        </p:nvSpPr>
        <p:spPr>
          <a:xfrm>
            <a:off x="548640" y="525780"/>
            <a:ext cx="22517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24A"/>
                </a:solidFill>
                <a:latin typeface="Century Gothic" panose="020B0502020202020204" pitchFamily="34" charset="0"/>
                <a:ea typeface="Cambria" pitchFamily="34" charset="-122"/>
              </a:rPr>
              <a:t>IMPACTO</a:t>
            </a:r>
            <a:endParaRPr lang="en-US" sz="3200" dirty="0">
              <a:latin typeface="Century Gothic" panose="020B0502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5705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Cuatro públicos, una misma capa de acceso a datos públicos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1421892" y="1854517"/>
            <a:ext cx="768096" cy="72580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1162050" y="2671761"/>
            <a:ext cx="1287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Ciudadanos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31520" y="295808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orientan su búsqueda de empleo según dinamismo territorial real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46120" y="15544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8"/>
          <p:cNvSpPr/>
          <p:nvPr/>
        </p:nvSpPr>
        <p:spPr>
          <a:xfrm>
            <a:off x="3641407" y="2671761"/>
            <a:ext cx="17240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Emprendedores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42900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comparan territorios para decidir dónde invertir o abrir negocio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943600" y="15544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2"/>
          <p:cNvSpPr/>
          <p:nvPr/>
        </p:nvSpPr>
        <p:spPr>
          <a:xfrm>
            <a:off x="6301740" y="2670048"/>
            <a:ext cx="179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Investigadores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12648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exploran patrones territoriales sin procesar datos crudos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8641080" y="15544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16"/>
          <p:cNvSpPr/>
          <p:nvPr/>
        </p:nvSpPr>
        <p:spPr>
          <a:xfrm>
            <a:off x="8823960" y="26746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Entidades</a:t>
            </a:r>
            <a:r>
              <a:rPr lang="en-US" sz="1600" b="1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Públicas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882396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885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contextualizan políticas de empleo y formación regional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548640" y="4160520"/>
            <a:ext cx="11109960" cy="2171700"/>
          </a:xfrm>
          <a:prstGeom prst="roundRect">
            <a:avLst>
              <a:gd name="adj" fmla="val 4390"/>
            </a:avLst>
          </a:prstGeom>
          <a:solidFill>
            <a:srgbClr val="003893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19"/>
          <p:cNvSpPr/>
          <p:nvPr/>
        </p:nvSpPr>
        <p:spPr>
          <a:xfrm>
            <a:off x="685800" y="43571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CD116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ESCALABILIDAD Y SOSTENIBILIDAD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868680" y="4904925"/>
            <a:ext cx="109728" cy="109728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7" name="Text 21"/>
          <p:cNvSpPr/>
          <p:nvPr/>
        </p:nvSpPr>
        <p:spPr>
          <a:xfrm>
            <a:off x="1097280" y="4776909"/>
            <a:ext cx="6606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Cero costo de licenciamiento: 100% sobre datos abiertos oficiales.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868680" y="5367528"/>
            <a:ext cx="109728" cy="109728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9" name="Text 23"/>
          <p:cNvSpPr/>
          <p:nvPr/>
        </p:nvSpPr>
        <p:spPr>
          <a:xfrm>
            <a:off x="1097280" y="5239512"/>
            <a:ext cx="7251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Sin pipeline de </a:t>
            </a:r>
            <a:r>
              <a:rPr lang="en-US" sz="1600" dirty="0" err="1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6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, se actualiza cuando las fuentes se actualizan.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868680" y="5814753"/>
            <a:ext cx="109728" cy="109728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1" name="Text 25"/>
          <p:cNvSpPr/>
          <p:nvPr/>
        </p:nvSpPr>
        <p:spPr>
          <a:xfrm>
            <a:off x="1097280" y="5686737"/>
            <a:ext cx="7726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Arquitectura lista para ampliar a nivel municipal y nuevas fuentes SENA/SPE.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A280A27F-3834-F69D-E8B5-E57197325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038" y="1808797"/>
            <a:ext cx="725804" cy="725804"/>
          </a:xfrm>
          <a:prstGeom prst="rect">
            <a:avLst/>
          </a:prstGeom>
        </p:spPr>
      </p:pic>
      <p:sp>
        <p:nvSpPr>
          <p:cNvPr id="38" name="Shape 3">
            <a:extLst>
              <a:ext uri="{FF2B5EF4-FFF2-40B4-BE49-F238E27FC236}">
                <a16:creationId xmlns:a16="http://schemas.microsoft.com/office/drawing/2014/main" id="{E478F4C4-C0A2-1991-E8A4-3DBD181B1886}"/>
              </a:ext>
            </a:extLst>
          </p:cNvPr>
          <p:cNvSpPr/>
          <p:nvPr/>
        </p:nvSpPr>
        <p:spPr>
          <a:xfrm>
            <a:off x="4126990" y="1851089"/>
            <a:ext cx="768096" cy="72580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0" name="Imagen 39">
            <a:extLst>
              <a:ext uri="{FF2B5EF4-FFF2-40B4-BE49-F238E27FC236}">
                <a16:creationId xmlns:a16="http://schemas.microsoft.com/office/drawing/2014/main" id="{7C1D40D4-E696-05FE-EAEB-2AEAB80839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202" y="1732217"/>
            <a:ext cx="618122" cy="784671"/>
          </a:xfrm>
          <a:prstGeom prst="rect">
            <a:avLst/>
          </a:prstGeom>
        </p:spPr>
      </p:pic>
      <p:sp>
        <p:nvSpPr>
          <p:cNvPr id="42" name="Shape 3">
            <a:extLst>
              <a:ext uri="{FF2B5EF4-FFF2-40B4-BE49-F238E27FC236}">
                <a16:creationId xmlns:a16="http://schemas.microsoft.com/office/drawing/2014/main" id="{359EACAD-32E1-EB0F-47D2-5F607688281B}"/>
              </a:ext>
            </a:extLst>
          </p:cNvPr>
          <p:cNvSpPr/>
          <p:nvPr/>
        </p:nvSpPr>
        <p:spPr>
          <a:xfrm>
            <a:off x="6816852" y="1851089"/>
            <a:ext cx="768096" cy="72580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4" name="Imagen 43">
            <a:extLst>
              <a:ext uri="{FF2B5EF4-FFF2-40B4-BE49-F238E27FC236}">
                <a16:creationId xmlns:a16="http://schemas.microsoft.com/office/drawing/2014/main" id="{42DA7917-5C0F-732F-5387-251568B6FF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7670" y="1865376"/>
            <a:ext cx="886460" cy="886460"/>
          </a:xfrm>
          <a:prstGeom prst="rect">
            <a:avLst/>
          </a:prstGeom>
        </p:spPr>
      </p:pic>
      <p:sp>
        <p:nvSpPr>
          <p:cNvPr id="47" name="Shape 3">
            <a:extLst>
              <a:ext uri="{FF2B5EF4-FFF2-40B4-BE49-F238E27FC236}">
                <a16:creationId xmlns:a16="http://schemas.microsoft.com/office/drawing/2014/main" id="{ECBFAECA-8BE2-09EA-EDDB-AEA3170620ED}"/>
              </a:ext>
            </a:extLst>
          </p:cNvPr>
          <p:cNvSpPr/>
          <p:nvPr/>
        </p:nvSpPr>
        <p:spPr>
          <a:xfrm>
            <a:off x="9514332" y="1854517"/>
            <a:ext cx="768096" cy="72580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9" name="Imagen 48">
            <a:extLst>
              <a:ext uri="{FF2B5EF4-FFF2-40B4-BE49-F238E27FC236}">
                <a16:creationId xmlns:a16="http://schemas.microsoft.com/office/drawing/2014/main" id="{DEC981EC-2984-F4FA-D991-0214F622F5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3974" y="1648666"/>
            <a:ext cx="1188811" cy="10460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93776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24A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REPOSITORIO Y VALIDACIÓN TÉCNICA</a:t>
            </a:r>
            <a:endParaRPr lang="en-US" sz="3000" dirty="0">
              <a:latin typeface="Century Gothic" panose="020B0502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2143720"/>
          </a:xfrm>
          <a:prstGeom prst="roundRect">
            <a:avLst>
              <a:gd name="adj" fmla="val 3913"/>
            </a:avLst>
          </a:prstGeom>
          <a:solidFill>
            <a:srgbClr val="003893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806386" y="1621051"/>
            <a:ext cx="685800" cy="685800"/>
          </a:xfrm>
          <a:prstGeom prst="ellipse">
            <a:avLst/>
          </a:prstGeom>
          <a:solidFill>
            <a:srgbClr val="00205B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mage 0" descr="/home/claude/geoply_pptx/icons/github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82" y="1684401"/>
            <a:ext cx="521208" cy="521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73352" y="1548661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github.com/malvaceda/GEOPLY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9164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Repositorio público con código, README y datos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2514600"/>
            <a:ext cx="4846320" cy="0"/>
          </a:xfrm>
          <a:prstGeom prst="line">
            <a:avLst/>
          </a:prstGeom>
          <a:noFill/>
          <a:ln w="12700">
            <a:solidFill>
              <a:srgbClr val="3355A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822960" y="2651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•  README.md con arquitectura y guía de ejecución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22960" y="29443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•  Stack: Leaflet.js + Node/Express + MySQL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48402" y="1280160"/>
            <a:ext cx="5440680" cy="4566857"/>
          </a:xfrm>
          <a:prstGeom prst="roundRect">
            <a:avLst>
              <a:gd name="adj" fmla="val 1837"/>
            </a:avLst>
          </a:prstGeom>
          <a:solidFill>
            <a:srgbClr val="F3F6F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9"/>
          <p:cNvSpPr/>
          <p:nvPr/>
        </p:nvSpPr>
        <p:spPr>
          <a:xfrm>
            <a:off x="6492240" y="14630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893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VALIDACIÓN TÉCNICA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492240" y="1920894"/>
            <a:ext cx="347472" cy="347472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 dirty="0"/>
          </a:p>
        </p:txBody>
      </p:sp>
      <p:pic>
        <p:nvPicPr>
          <p:cNvPr id="14" name="Image 1" descr="/home/claude/geoply_pptx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937" y="1966496"/>
            <a:ext cx="264079" cy="26407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967728" y="18928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Cobertura verificada en los 33 departamentos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489188" y="2553355"/>
            <a:ext cx="347472" cy="347472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 dirty="0"/>
          </a:p>
        </p:txBody>
      </p:sp>
      <p:pic>
        <p:nvPicPr>
          <p:cNvPr id="17" name="Image 2" descr="/home/claude/geoply_pptx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937" y="2595051"/>
            <a:ext cx="264079" cy="26407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967728" y="25146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Manejo de datos ausentes sin errores en cascada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6492240" y="3367871"/>
            <a:ext cx="347472" cy="347472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0" name="Image 3" descr="/home/claude/geoply_pptx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886" y="3409568"/>
            <a:ext cx="264079" cy="26407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67728" y="3337561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Validación de rangos geográficos y coordenadas (0,0) descartadas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6492240" y="4067959"/>
            <a:ext cx="347472" cy="347472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 dirty="0"/>
          </a:p>
        </p:txBody>
      </p:sp>
      <p:pic>
        <p:nvPicPr>
          <p:cNvPr id="23" name="Image 4" descr="/home/claude/geoply_pptx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937" y="4109656"/>
            <a:ext cx="264079" cy="264079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67728" y="403250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Casos de prueba documentados en validacion_guide.md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6492240" y="4809743"/>
            <a:ext cx="347472" cy="347472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5" descr="/home/claude/geoply_pptx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936" y="4851440"/>
            <a:ext cx="264079" cy="264079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967728" y="4789551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Estimaciones marcadas explícitamente (ej. informalidad)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448056" y="3606737"/>
            <a:ext cx="316509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893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DOCUMENTACIÓN DEL PROYECTO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548640" y="397764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2"/>
          <p:cNvSpPr/>
          <p:nvPr/>
        </p:nvSpPr>
        <p:spPr>
          <a:xfrm>
            <a:off x="73152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architecture.md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548640" y="452628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24"/>
          <p:cNvSpPr/>
          <p:nvPr/>
        </p:nvSpPr>
        <p:spPr>
          <a:xfrm>
            <a:off x="731520" y="4526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fuentes_datos.md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548640" y="507492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26"/>
          <p:cNvSpPr/>
          <p:nvPr/>
        </p:nvSpPr>
        <p:spPr>
          <a:xfrm>
            <a:off x="731520" y="5074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marco_metodologico.md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548640" y="562356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DE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28"/>
          <p:cNvSpPr/>
          <p:nvPr/>
        </p:nvSpPr>
        <p:spPr>
          <a:xfrm>
            <a:off x="731520" y="5623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24A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conclusiones.md</a:t>
            </a:r>
            <a:endParaRPr lang="en-US" sz="1400"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38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4389120"/>
            <a:ext cx="5486400" cy="5486400"/>
          </a:xfrm>
          <a:prstGeom prst="ellipse">
            <a:avLst/>
          </a:prstGeom>
          <a:solidFill>
            <a:srgbClr val="00205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CD116"/>
                </a:solidFill>
                <a:latin typeface="Century Gothic" panose="020B0502020202020204" pitchFamily="34" charset="0"/>
                <a:ea typeface="Cambria" pitchFamily="34" charset="-122"/>
              </a:rPr>
              <a:t>UN MISMO PUNTO</a:t>
            </a:r>
            <a:endParaRPr lang="en-US" sz="3000" dirty="0">
              <a:latin typeface="Century Gothic" panose="020B0502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8961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entury Gothic" panose="020B0502020202020204" pitchFamily="34" charset="0"/>
                <a:ea typeface="Cambria" pitchFamily="34" charset="-122"/>
                <a:cs typeface="Cambria" pitchFamily="34" charset="-120"/>
              </a:rPr>
              <a:t>Problema real de acceso + 18 fuentes de datos abiertos + motor de indicadores territoriales = decisiones laborales mejor informadas para 32 departamentos de Colombia.</a:t>
            </a:r>
            <a:endParaRPr lang="en-US" sz="2000" dirty="0">
              <a:latin typeface="Century Gothic" panose="020B0502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8961120" cy="0"/>
          </a:xfrm>
          <a:prstGeom prst="line">
            <a:avLst/>
          </a:prstGeom>
          <a:noFill/>
          <a:ln w="12700">
            <a:solidFill>
              <a:srgbClr val="3355A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CD116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CHECKLIST DE VERIFICACIÓN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329184" cy="329184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0" descr="/home/claude/geoply_pptx/icons/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82" y="3788542"/>
            <a:ext cx="250180" cy="2501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369874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Equipo completo — 4 integrantes registrados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126480" y="3749040"/>
            <a:ext cx="329184" cy="329184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home/claude/geoply_pptx/icons/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982" y="3788542"/>
            <a:ext cx="250180" cy="2501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83680" y="368198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Nivel correcto — Categoría Intermedia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640080" y="4315968"/>
            <a:ext cx="329184" cy="329184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4" name="Image 2" descr="/home/claude/geoply_pptx/icons/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82" y="4355470"/>
            <a:ext cx="250180" cy="2501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97280" y="4226053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Reto correcto — Economía y Empleo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6126480" y="4315968"/>
            <a:ext cx="329184" cy="329184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7" name="Image 3" descr="/home/claude/geoply_pptx/icons/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982" y="4355470"/>
            <a:ext cx="250180" cy="2501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83680" y="4251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Enlaces del formulario completos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" y="4882896"/>
            <a:ext cx="329184" cy="329184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0" name="Image 4" descr="/home/claude/geoply_pptx/icons/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82" y="4922398"/>
            <a:ext cx="250180" cy="2501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97280" y="48154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Repositorio con README, código y datos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6126480" y="4882896"/>
            <a:ext cx="329184" cy="329184"/>
          </a:xfrm>
          <a:prstGeom prst="ellipse">
            <a:avLst/>
          </a:prstGeom>
          <a:solidFill>
            <a:srgbClr val="FCD11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5" descr="/home/claude/geoply_pptx/icons/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982" y="4922398"/>
            <a:ext cx="250180" cy="25018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583680" y="483476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BFB"/>
                </a:solidFill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Demo funcional verificada</a:t>
            </a:r>
            <a:endParaRPr lang="en-US" sz="1400"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647</Words>
  <Application>Microsoft Office PowerPoint</Application>
  <PresentationFormat>Panorámica</PresentationFormat>
  <Paragraphs>118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Calibri</vt:lpstr>
      <vt:lpstr>Century Gothic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Tomás Tabares Montoya</cp:lastModifiedBy>
  <cp:revision>1</cp:revision>
  <dcterms:created xsi:type="dcterms:W3CDTF">2026-07-13T20:51:02Z</dcterms:created>
  <dcterms:modified xsi:type="dcterms:W3CDTF">2026-07-20T22:49:14Z</dcterms:modified>
</cp:coreProperties>
</file>